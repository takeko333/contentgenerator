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4" r:id="rId2"/>
    <p:sldId id="342" r:id="rId3"/>
    <p:sldId id="339" r:id="rId4"/>
    <p:sldId id="34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84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9942B-8696-43E6-9863-29C6AA159A67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931AA-CD46-429D-BB42-1339445591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19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F6245-E7AA-36B0-E853-2E9E6C75B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455C6A-6B52-7901-93F8-CE51282CD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E1851B-E3E5-F717-2047-39068882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EA0CA3-9443-D126-71CE-D72D7800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7EDB7A-A8CB-C5AE-4A36-8B9F0A84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2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9CF27-9E95-75A7-37FB-D5D9E928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1B014-69E0-891E-E6A2-6C169692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E8CB57-1948-FC13-CD28-660C88DD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D7ABD-B4FA-DF98-3D19-DDA3AF31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8C1C8A-17B4-BC66-D673-419C4D81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59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3EB07-A945-977D-F9E4-7110CB47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87DF6F-FEC6-4A62-2ACA-44C120B5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B51E7C-5724-F927-C56A-3830F73F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C5C6DD-BD24-3AAA-34CF-33623D6A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E7AAA6-01AF-3DA3-0F17-CF30A688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48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F018E-33BA-CBD0-2DB4-D07F708F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12110F-4C65-920F-DAB5-4018A81B7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65975C-B4A0-E7CF-833D-BB847E066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8EDC2E-12DF-8473-84A2-516DB949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F8BA7E-A371-727B-BE20-813967E7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78E812-2C9E-7533-9C16-B0B93E3B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96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77446-E4F7-3103-F01A-D95BAB58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2716AD-B15A-3D67-C64A-B1065E24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0D0C3D-582B-C467-1CC3-B70F87B39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C2C460-2278-BAC7-D1CD-59AFC52D8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63FC5B2-7C45-3179-8C39-D2761A10F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BD5677-B6C9-B7B9-EA18-B7D4C510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B57240-5BA4-AE28-DBE5-29371171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A4C7F7-51CD-ED38-DFB2-282F3E9A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3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2A180-7FE0-73AE-BD0A-8D0401AB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6AB8FF-453C-FCD6-C9A3-4DB52D05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9B8E9A-32A5-6E6C-C069-AC92116C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FBB17E-AD38-626E-72AB-0EFC1D2C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8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C97445-8548-96D1-668E-5571CB26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B4D0EA-C31F-3112-93FB-6E5A49D0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6BA4F7-85D9-1D6E-0268-CE813773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26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F72FD-CC72-0697-4DE9-91990F36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AD6EAA-AB4D-E6E3-EA9E-BB9A99CF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9C8B08-C61F-DC0C-0E0A-8D83B8CCE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622AA-E6DE-C207-3A3B-4C4F0B32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33BCED-0C7E-0119-60C3-B831227C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A6F719-50CC-F7BA-F12A-17AB9208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68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8FB19-92ED-F308-1328-A993F3D46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CC6E27-6BD1-46CE-FE30-1D4460CA9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4A1134-91C0-B240-7365-AEC085C52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C33206-A8C5-0E23-9EB3-4B48DD9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99BF5E-11E2-3C3D-98B2-512756CA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92DBB4-6B5A-6B65-DF14-263E0995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99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EEDCB-C215-0287-D931-8EDE3BA4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8ADC4E-2650-E56B-2D0D-B01D50E67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A10C9D-2C73-C836-2F18-07E0A374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2D6469-3617-A2AE-1535-116775F7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4C934B-F540-00F7-9843-50B8BE09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07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79C135-E3B4-E443-052D-17B9DFBE7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34B270-6E66-FE7C-1391-6B3382BF2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8C028E-A58B-4981-BC52-9DBF7F1B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3C869-D325-62B6-D13B-2D3AB3F0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869BF7-BC97-03EF-98B9-F3759BCE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98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36FCAD-71C1-80B8-1526-3C81E883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7C749A-758F-DBD1-B3FB-5910328ED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431C3-8C99-AA27-8748-571C607D5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B0214-79D3-4E95-9DDD-2C987CD5BC3E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4E5238-8B44-9C49-A4B8-815FEA307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C214F-29D2-E883-A5B4-291DFF121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78580-54F4-4A63-9C50-94C548547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66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B4B6C4-F33A-E58F-9D0A-FA2015257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8" r="7008" b="1133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B559-01D7-ABFC-399E-267C86F7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4D77524-BD3B-F8FE-9FCF-549A1D1C9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5" t="24635" r="24357" b="3297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9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8B0E-A9A1-F4F5-807D-A8C86A1E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21EEFD-1C4A-F645-BFA9-AA01C6750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7" r="9348" b="435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8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0BBA-051A-516A-47EE-A8AB91EF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96C9F26-4527-20AC-5531-7E7E8E9C8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9" t="19024" b="19024"/>
          <a:stretch>
            <a:fillRect/>
          </a:stretch>
        </p:blipFill>
        <p:spPr>
          <a:xfrm flipH="1">
            <a:off x="-2" y="0"/>
            <a:ext cx="12192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7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189</cp:revision>
  <dcterms:created xsi:type="dcterms:W3CDTF">2025-04-10T13:53:11Z</dcterms:created>
  <dcterms:modified xsi:type="dcterms:W3CDTF">2026-06-10T10:20:36Z</dcterms:modified>
</cp:coreProperties>
</file>