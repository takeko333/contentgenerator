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7C8CCF2-FD49-D26B-1DD9-DC65C36F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8" r="114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CA146FE-C97B-E88D-ED6B-6C555ACEF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61" r="1159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BA70047-7508-B7B5-ECC6-FB84298B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81" r="140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7288EF7-D41D-B32A-869F-EB7BE2C91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5AA9AF6-508E-A353-B02E-B440808E5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547D8D1-71E2-FECE-AAF8-EC4A723F9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6CC98D9-E709-1803-E9F2-E8892C98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2E0BDD-CDB1-3C0E-1AB6-16053FCE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2026-08-07T05:01:34Z</dcterms:modified>
</cp:coreProperties>
</file>