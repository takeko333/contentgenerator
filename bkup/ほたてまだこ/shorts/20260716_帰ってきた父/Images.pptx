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 autoAdjust="0"/>
    <p:restoredTop sz="94660"/>
  </p:normalViewPr>
  <p:slideViewPr>
    <p:cSldViewPr snapToGrid="0">
      <p:cViewPr>
        <p:scale>
          <a:sx n="25" d="100"/>
          <a:sy n="25" d="100"/>
        </p:scale>
        <p:origin x="3528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83198F2-2776-6C31-BE17-9FB4226AD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7176" t="11675" r="12255" b="521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632C30-93C8-EAB7-C750-31F425B46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3715" t="22663" r="13225" b="22664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B5A12B8-78CF-2A72-244D-ED835561B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40212" t="26319" r="13846" b="263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89B61B-ACBF-5E1E-890F-DF88779042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22009AC-9261-533F-F3C1-630B1B7C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7078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36FD086-C548-7D79-8C6D-E2665B2E1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443BE75-D2A3-B1D7-4780-F700D8EEA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2F44C5A6-E19A-669A-AD3C-7350561EC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72C192D-641E-2938-F5C5-DFF4ABDEC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D768D91D-2790-B5CA-836A-6996C582F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8E1F6429-398D-FE76-A3FE-20EF483315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1DC6C89A-01CD-6B65-F066-E25C5D74B2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2026-07-05T06:14:32Z</dcterms:created>
  <dcterms:modified xsi:type="dcterms:W3CDTF">2026-07-16T06:55:31Z</dcterms:modified>
</cp:coreProperties>
</file>