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58" r:id="rId4"/>
    <p:sldId id="260" r:id="rId5"/>
    <p:sldId id="256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4660"/>
  </p:normalViewPr>
  <p:slideViewPr>
    <p:cSldViewPr snapToGrid="0">
      <p:cViewPr>
        <p:scale>
          <a:sx n="10" d="100"/>
          <a:sy n="10" d="100"/>
        </p:scale>
        <p:origin x="4044" y="2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B96CA-D7A1-4CA4-BB3C-C06D8F0537D2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BF56D-A4F5-4E24-83C3-62E28A15B9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7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BF56D-A4F5-4E24-83C3-62E28A15B97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05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A0C211-38F5-460E-2F1D-C7A77CA5E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5BDCC7-E336-2ACF-114E-34A8F2EFA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5D158-4801-1B82-E525-485B6462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51413-36DC-EAF7-5817-FEB624C2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20602-5F79-6C14-5309-B7A7C926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940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8C8D0D-A19E-5DD1-4A18-EC5A5DFC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BFC589-C8A0-0FA5-D734-CE67635DA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6619A-3FE4-6FF4-AD42-72FA8854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579DFF-ECC5-3754-370A-EE11E1B4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4F529F-BF85-6150-C85B-4949DB9D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05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0ED19-00AF-A55C-2628-FE8184A6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BBD40E-03EA-E2D9-3BFE-25CB02C9F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345C22-494E-97A2-3CEE-D976C501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6F7B15-013F-F7D0-D4AA-AF9122A88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AEFA5E-A003-3EE2-8530-761DA58D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17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3B18D-ADA6-68C8-07DA-B164890A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73BF45-3CF4-25A4-7D72-1D214E84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64C771-F85A-5FDD-CFB8-8F471E1B3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ED7B8C-3F51-5FCA-DEB7-C71D1564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F44BBB-626B-8D8F-C024-4DD36DB3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589191-CAF7-B2F5-26AE-7035D753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345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E85CC1-A31E-EF4B-28DB-9BC230C6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8201EC-974D-B51A-83DF-9A4B57EB4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A2B23C-4A10-AB07-C219-BBD9442B5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044406-317F-2136-EBAD-4A98170AC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DA5924-942E-3561-A2D9-58E1E1BF1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50F084A-EB03-AA3B-906D-D0BFEE3BD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E2C8BD0-6AAF-41E7-510A-59A635A4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47CB03-4BED-3F86-9F00-EB5C2B76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61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1F41F5-E412-1BB4-76F8-5595097D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42819B-0142-85A9-8669-74482215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C137C9-C19B-F7AB-8E29-EA11DFA7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91A032A-EECA-000A-09DB-854C756D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652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57F39E-2914-A912-A96D-CE16BC4D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B02092-FCAA-8A55-0EA0-F685613B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2C1709-8808-7588-76B4-6D2A3585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86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C719B-C1BE-0F7B-524A-2D0DBDE48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258356-6418-A1C7-69D3-AD9D28354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62C4AD-CBE5-78D3-473A-B6B2FD15A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D80662-2BAF-380E-78D6-D7BB0F35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2A55DB-28E5-57A5-DE8B-DBB8CABA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CCFC36-4E18-049D-0DD2-E1487D1C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666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90ACED-B4FB-526D-D11D-ADC9374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8FE5218-F91D-D037-7339-62D437D26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6279898-A16A-B8B1-635A-CDD5A8528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3634A8-00C0-167D-FD1B-C48BABC4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AC3E3A-FD81-FD3A-2488-5F3F384E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546B6C-ACB6-8F47-6AF7-C08B1900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46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AF4B7-E164-E10B-0EF1-ACD8D827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25AFBD-B900-FC71-3F2A-B106A1EFE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578288-0A28-CC54-52C1-A3EC2EF3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7BB4C3-9558-5EEF-368A-9EAA402E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F42C31-C7B5-9FF4-4502-EA91F1C2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04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071C64B-7875-96FC-B464-86EDD1C08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BEAFB9-1248-48E9-3C62-353B8A428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63FF28-8394-A48D-2479-AC7C8C98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1A6720-7FB5-CEB2-09BE-6E7B0C63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DD2C03-56A3-7B9C-73EA-97113DC8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45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C57595-CB8C-E65E-F145-35E67388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EA2019-5D4E-AE61-0416-E320ED534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021890-2869-5EAC-20BF-AEDADCF59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8666C-3F85-474F-8B7E-983C87417974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4406E7-0C8E-4216-9306-C95FD154E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FD5AD2-138E-001F-EC0A-A259196CD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6B663-5221-4EEC-8AE3-F4198E6271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10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7559-1BB5-E14C-88EA-D8632834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733F15D-E81A-8F9C-3347-3BC4BB96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09" t="47160" r="21036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6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F5AE-7CB8-7918-67CE-99CEF32E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7789B46-F470-6A3B-C83C-CEC4088961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47" t="50000" r="28047" b="4760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3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1EA79-5F42-96DD-D022-50613F37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E90F8CF-BBC5-A61A-9BF9-6A65F3AF1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14" t="24035" r="38015" b="557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7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8CE2-A9DE-952C-A0AF-B965E5C8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08D1D74-EA10-869E-54DA-70EEE363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3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25604FB-DB0A-2A03-DAD9-2E4AC47F7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4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A3AEE-B0D1-E373-D382-4789642C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130D721-F576-9F47-C90B-8C3E495AF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4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FBC9-85C6-2462-B867-F76397EBE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7273E7A-3E0C-EF47-42C3-E63019D24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0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1308E-30C2-2C68-D760-838F2C64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D08C570-250B-4726-1802-BEEFF04D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86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B843-386C-5676-F456-E2FB252D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F206E6B-3746-A73D-1BBE-2BE529950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73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BC27D-8FC0-D436-A18F-BB8F372D0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FEB207F-8051-D524-4B70-A83D5259D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2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D955-B1B4-5E55-9254-2DF0FCD33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0091D52-29BA-0C3C-B04C-4950658E6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14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FCA4-DD2C-EDF4-B9FC-75B585F0D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EA87E45-6676-656C-BFB3-9AFAD2102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0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</Words>
  <Application>Microsoft Office PowerPoint</Application>
  <PresentationFormat>ワイド画面</PresentationFormat>
  <Paragraphs>1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2026-06-13T08:25:48Z</dcterms:created>
  <dcterms:modified xsi:type="dcterms:W3CDTF">2026-06-13T09:03:56Z</dcterms:modified>
</cp:coreProperties>
</file>