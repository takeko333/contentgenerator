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274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39A1D62-0B33-D067-67B1-096B848A1C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44" t="20636" r="12772" b="766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70AC1B0-866D-EBBB-0D13-E75B9FE8B5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74" r="107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9A4998B-CFC3-6A0D-FAFB-B42BE4D03A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52" r="10960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F4F3A62-FF87-DA9E-8206-795ADA467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3CB1A92-9C69-C32E-C8C3-1A5B6A953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59E1EB8-139B-1BB8-8AAE-91BF0E22E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3</cp:revision>
  <dcterms:created xsi:type="dcterms:W3CDTF">2026-07-05T06:14:32Z</dcterms:created>
  <dcterms:modified xsi:type="dcterms:W3CDTF">2026-08-07T05:37:44Z</dcterms:modified>
</cp:coreProperties>
</file>