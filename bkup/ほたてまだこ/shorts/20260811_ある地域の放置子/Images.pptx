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474" autoAdjust="0"/>
    <p:restoredTop sz="94660"/>
  </p:normalViewPr>
  <p:slideViewPr>
    <p:cSldViewPr snapToGrid="0">
      <p:cViewPr varScale="1">
        <p:scale>
          <a:sx n="67" d="100"/>
          <a:sy n="67" d="100"/>
        </p:scale>
        <p:origin x="1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2026/8/11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CAD8DE0-611A-F2EB-1C2D-C308E0A794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36" t="28697" r="183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3FD27C0-A2A0-63C6-37BC-2E8E6ADA33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88" t="18011" r="5970" b="81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482D381-BC48-C57B-AC9E-40F974F6BCF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rcRect l="25862" t="43831" r="48654" b="2989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A70A27F-5BCB-65CF-5BB5-99B41B0DA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4FA0B46A-8177-405B-BECF-AC7B7A442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8453806-2477-5481-C4BD-752F70BED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D102D7BD-3EFE-1CAB-C843-048DF52AB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9CDE894-DC0C-114A-D755-C88EAE4A5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58BFE633-0372-A2BA-80EB-83158AE886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6241A-1C2F-F252-EBDD-52F6AA6DF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934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ワイド画面</PresentationFormat>
  <Paragraphs>0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3</cp:revision>
  <dcterms:created xsi:type="dcterms:W3CDTF">2026-07-05T06:14:32Z</dcterms:created>
  <dcterms:modified xsi:type="dcterms:W3CDTF">2026-08-11T04:05:42Z</dcterms:modified>
</cp:coreProperties>
</file>