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DAA50-2E67-441B-B3C4-594B17F9ABCA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12935-56F4-4C68-B444-B6C91B951B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13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ja-JP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舞台は日本。テント内に男（髪型はオールバックで、喪服を着ている）が顔だけを突っ込んでいる様をテント内から写している（テント外の景色は見えない）。眼球が見えない位に目を細めた不気味な笑顔、開いた口の中には漆黒の闇が広がっている。不気味な雰囲気。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12935-56F4-4C68-B444-B6C91B951B9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09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舞台は日本。テント内に男（髪型はオールバックで、喪服を着ている）が顔だけを突っ込んでいる様をテント内から写している（テント外の景色は見えない）。眼球が見えない位に目を細めた不気味な笑顔、開いた口の中には漆黒の闇が広がっている。不気味な雰囲気。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12935-56F4-4C68-B444-B6C91B951B9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51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C94BA3-B8B7-03C8-4D99-580246216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F5A1D72-5C9F-6FEF-D599-FBC4DE3D8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A74F13-B794-A68B-D322-6C513327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7A2DDD-E00F-DD37-7581-F4012152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9F223-B544-5D4B-361B-665F918F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56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E1371-4117-D602-3901-518F658F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F8296B-3FB6-4A61-53E5-135429345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8ACBEF-A4A1-02B0-B7D9-F3278093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256362-BDC6-874D-A74F-70BC3425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937B2B-CC27-7CCC-26AB-F8EEFEFC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57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E2D84-5786-CC39-410A-BF8C5C0E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4B9D37-5829-80C2-85D8-89686C45E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5F2C44-E74B-8985-EB84-7E1E0A52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13122C-D7FA-322C-A28C-F9669EBF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FFE278-E32C-7396-4108-549BE270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50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92859-5FA8-03C5-35AA-D3E8AE40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D2AB5-22BC-7E60-45B7-D26CA0D75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030037-7391-1842-27F6-DBAC5A9F7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6206EE-BD6E-0EA5-6A59-CC1D4F61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2B46B1-142F-A0D4-BE9A-FAEB56DA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E69C1F-8C38-F4EA-51BA-410B2FB9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41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BA79A-B72C-3C7C-E9FB-89BC14B7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5FD7B9-E9E9-FBE8-A498-DE83906E8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3DF34C-C335-C647-D729-92D246050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2F4D14-3239-4BA7-6AA4-FDA28305C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6BE5D5B-A456-F5A5-447C-9B8CE84DA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AB901E-0FD4-DBEE-9E0E-F4B735E5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11A7A3-D652-29DC-EF43-DDDBC11D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E7C34F-680A-90E0-F045-D599226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57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7C10F1-91A8-717F-618E-84CF8733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F39B04-5796-67FB-F4F6-1FAC4DCA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15B75B-A256-F1AD-2F54-0F339661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107666-EF29-F255-3B83-77007D6B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51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86DFB11-E8BC-1888-88ED-1A685541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1C5013F-E0EE-A09F-D83A-7A0ECF06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DDF67B-34B7-86DA-AB53-E6A9BC1A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51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FE77A-EDF2-4C24-64FC-3EF355FD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182435-2D9D-D7E1-F5EC-CDA8C7655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E02006-067F-15BA-6AC3-57944AED5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802275-998E-3840-BEC9-6AC637C2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DA97D9-ABC3-DE76-9C3D-22FC4E0C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19C79B-BA91-CB8A-E870-560E5FF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59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06F89-A32D-DD83-BF41-60FD719B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9CE7469-4E3C-4463-BDAA-975D58B90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DBFD80-AC0B-5814-D6A3-7910F1ABA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2D5B3F-3EED-99AB-A6FF-54A15BB2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CD1AEB-0EB9-8022-634C-59CBB589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4AA662-4436-41F5-AF03-794B8C1B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16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DB664-7311-F93F-A15B-A81E1679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3A6169-B232-DC2E-8D8E-5EBF6E074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D0A16-C647-49F1-FA2E-22C1206B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0DEB0D-146A-E8AF-2EE6-481276F6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47DF32-B26E-3EA1-D912-2B1A836E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21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EDC5D5-6CD2-88F4-C12B-E5C395FBF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9470FA-0F2E-48E7-FA82-41114230C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DF420-9917-3462-C19D-3356235E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C247CC-2E65-CEC3-EBE8-3467679F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95B15E-9299-6E9F-708C-AAF9AD27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61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C7192B-070A-9A0F-B652-6CB27E6E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4D81B2-4531-3712-AD47-8149506FC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4A76ED-4E36-6A67-26B6-C0D4F6277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7F7AF-E63E-4A9B-8925-E0B86B12F9E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AECA4F-17D9-E8CC-39F9-0560248A6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14B49-2A0E-EE2A-E180-096CC4042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3E70E-6AAF-4678-93BA-A1E5DBE8FC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649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654E4E2-34F9-355E-9ABD-572B8BEA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42" t="9232" r="11520" b="14028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1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34F1-33F5-DFD3-65A9-D29BCB43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32212C3-BA55-6473-B656-53A00E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19" t="47602" r="34225" b="20279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7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7D87-F41E-2564-8999-EB3EEA10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28D0528-1DB8-51C6-8DDA-0184ED8E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66" r="124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2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0BE6-98B1-8260-64FB-537BFDA4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E910D4C-B865-EADE-D4A8-0D6FCE7D4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5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1B29-BF8C-D25D-0809-A5F80575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ADE2E60-CDD1-347D-0E0D-75F3C2457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4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42097-36F5-CD4D-AC6A-4CCB753E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D3B613F-AF78-2240-0273-16D9725CA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2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E837-9902-C127-373E-8771B083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39A95B8-FD49-B8DC-7036-E5B37E62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7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E7E0-5E51-3F23-8A9A-6BD97099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5F15CA-FE3F-82D0-8920-657E0CA53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7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A43A-3BAF-BCA0-89FB-832A6EEC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CEE47C3-8449-7927-4009-0AB0B763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7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EA69-CE97-C392-D4E8-B65D5280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0F788B3-AA4E-8EAE-50FF-606246793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0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7CE8-618D-1BEF-E905-2649230D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2A034B1-8B77-8BF9-B464-DE36EB8B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8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2723-D0E1-C3B6-1904-E90F45C7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02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136</Words>
  <Application>Microsoft Office PowerPoint</Application>
  <PresentationFormat>ワイド画面</PresentationFormat>
  <Paragraphs>4</Paragraphs>
  <Slides>12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2026-07-02T23:37:15Z</dcterms:created>
  <dcterms:modified xsi:type="dcterms:W3CDTF">2026-07-03T09:21:12Z</dcterms:modified>
</cp:coreProperties>
</file>