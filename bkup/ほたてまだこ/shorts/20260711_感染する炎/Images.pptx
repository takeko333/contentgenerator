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736" autoAdjust="0"/>
    <p:restoredTop sz="94660"/>
  </p:normalViewPr>
  <p:slideViewPr>
    <p:cSldViewPr snapToGrid="0">
      <p:cViewPr>
        <p:scale>
          <a:sx n="25" d="100"/>
          <a:sy n="25" d="100"/>
        </p:scale>
        <p:origin x="2334" y="1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7AE05-1E10-14C7-ED03-F1CFA6A1F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16BE86-1F75-8FC7-E547-343E7B13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6A8D95-2636-E75A-2E01-32794049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884185-0EB5-3D71-0D72-1D7F2C07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2D94B9-6CC8-4A58-4FC6-3A102E60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44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6C7BE-09D7-3CD2-C1D0-5A19F241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A480AD-AD1F-63EF-9C11-F0851C86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20F65C-3C2F-4E74-F13B-B99AE2CB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826860-13B0-B296-51C2-1E3D5E04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DE8BAB-3E40-5B61-77CE-CCE8648B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34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398B6-A916-D226-9E99-2114586A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658F53-3F6F-5CDC-516B-FA7E31C34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E088DA-9B32-D479-6770-7F2A18CE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86B9E-1C36-23EB-5531-37BC0EB1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95D5C5-88AE-ECA2-AE59-B6495006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8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96B52-8EE6-BEB3-5CB5-23092C6C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EB51A2-B74C-3EB0-3604-4021F2807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670171-4E50-ECF2-9D35-0402923ED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0CFD9E-FF42-E4D6-C66D-F4D08575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3BCF4D-993B-658D-77CA-F7F31B34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49E997-2A2C-1803-12F1-415017EB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39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3C0D6-B12B-8B60-F63E-FD756C90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984063-8788-DC59-DC92-8E1FCEE9E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553743-4733-91F3-6F88-848959EC3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1F9126F-7F83-CFF0-AEAA-34CEB697B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4561F2-7A38-C82D-189C-B4B00C4A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210B7E-D49D-3FCE-DE1C-1C9E03EF8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B70396-606B-30F8-5D8D-877E7451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D39ECA-8129-17CB-C5BC-AB42689F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81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F2D17-6198-54BE-57EB-173E9D0B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A303883-C2B9-CC2D-0B82-4F477AB1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2ADAFC-6AE0-5811-3EFD-D00626D4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99265F-04E1-42D3-829E-D24496AE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63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669B026-2A13-01A2-42BA-BBEBB985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C72D02-F689-2976-F658-21026E26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AE438F-F53F-6FB9-3A82-98049485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10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16D81-5B8F-E032-B2B1-7A17A9D3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EF5C8C-18F7-D9AB-979B-3C5C5457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E41F54-CF71-43A7-B44D-2A7CE6E77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0A2C2A-A16B-1C6A-4374-910577FB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61618F-167A-A33D-9898-7058121C4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924229-FFE0-EA9B-4C67-9DA86A31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41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37A0D-F99C-AFE8-B568-DC92BEC3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C5D72C-D7CC-0C92-210C-CC4B2469E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C595BD-4993-A458-89E5-19D0D3C6F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8F30A9-3B08-333D-58AC-7820991D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0C0888-679D-0884-9DE6-9F7BC92C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1C651E-123D-DC1B-C728-C4CF4B07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573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0DDAF-1AEB-844A-3EC7-C023301F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1359E1-A819-4277-CC65-1C8FB47D9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91BB02-92BD-CD66-3C0B-8290B416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341E2C-3E9B-DD55-B875-4A6D22D0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CE7A0F-BBE8-3FB5-7E7B-85A151B2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50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3830BA-17F6-C47F-ADC0-7BC1592A7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AF59B6-22B5-83EF-6C00-954CE8E2F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3E7455-0201-8F49-5214-D5D532E6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8BE352-D83A-4DF9-7567-20E0F141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C60272-3250-B19F-9D4D-BC5DF7A2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18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F73C32-4CAE-2BB2-AF1D-73357214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82EF02-7658-7CD6-AE74-10B307D0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3C6C5A-8B21-B00A-1DAC-2F5892EBE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552EE-CFBA-42F2-B65B-7C0B924AAACD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287753-7DA9-3E79-4F61-690F9DE78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FB11F2-3530-005B-3EFF-FE0D530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28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E22F92F-9BC2-CAC4-6161-694E08C22B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44" t="21747" r="29698" b="17091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43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D1F61-67F2-BAE0-F6BB-0228A4A8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22C28E0-B7BA-AC1E-9BBB-0064A3765B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95" t="10840" r="11995" b="10840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AF13-5221-E5A4-CBFC-9412B449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E2AFB81-BD5D-7024-B2DC-FC4E6AA70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52600" y="-1711077"/>
            <a:ext cx="15697200" cy="856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22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50DD-640F-FD72-2EDD-0DFA8495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2A668AE-81F2-1C91-09FE-6246E6C10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2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8FCE-64E8-CF6D-78C8-FC579C03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826C7E8-5F4F-5880-125F-257C46B9D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93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B831-A7B7-17A8-56B6-D1925E450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9502E8D-11E8-1424-E8B5-F3C9E141D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25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1EBE-B632-1CDB-85B1-2901363F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7901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CFA5-E1FE-EC6F-C684-EA33AA9F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199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D6CD-C698-C202-F225-62FBFD2D5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4761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ADCD-5087-AB83-C4FB-2802E719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142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ワイド画面</PresentationFormat>
  <Paragraphs>0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2</cp:revision>
  <dcterms:created xsi:type="dcterms:W3CDTF">2026-07-05T06:14:32Z</dcterms:created>
  <dcterms:modified xsi:type="dcterms:W3CDTF">2026-07-11T06:13:05Z</dcterms:modified>
</cp:coreProperties>
</file>