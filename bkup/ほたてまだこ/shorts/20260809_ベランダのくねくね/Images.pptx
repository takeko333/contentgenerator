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92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76339B9-99B4-AC93-DD3F-04BD03711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74" r="1083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BB643F4-A841-AC03-06B1-0A02F0F23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95" r="10613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D0D729F-EE6E-02B3-086F-6CBCB7438A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51" r="10828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350355E-8BBE-7350-2502-050E599EA4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19" r="1073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5118BD5-4090-A43B-027A-09CA57189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38" r="11299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9A740E6-7364-8C75-3787-19424DF35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B0A2307-8EA2-9235-FCBD-4FA9E4CD1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6AE6E67-70E2-6640-5BD3-F7EA18A79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71525"/>
            <a:ext cx="97536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34D0AD8-6587-B8F5-B25A-87811CFAB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6672167-C09F-F280-D887-480FC01DE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71525"/>
            <a:ext cx="97536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5</cp:revision>
  <dcterms:created xsi:type="dcterms:W3CDTF">2026-07-05T06:14:32Z</dcterms:created>
  <dcterms:modified xsi:type="dcterms:W3CDTF">2026-08-07T06:37:04Z</dcterms:modified>
</cp:coreProperties>
</file>