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  <p:sldId id="260" r:id="rId6"/>
    <p:sldId id="264" r:id="rId7"/>
    <p:sldId id="262" r:id="rId8"/>
    <p:sldId id="263" r:id="rId9"/>
    <p:sldId id="261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670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7BD5509-F3D2-9454-6695-2EC70C07C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19" t="14864" r="11717" b="14864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0C394CD-D597-5762-D301-3499E247B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31864" t="37868" r="9599" b="1816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9577580-0387-3E59-FF1F-3856E1EE9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43883" t="38844" r="7084" b="10606"/>
          <a:stretch>
            <a:fillRect/>
          </a:stretch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64B77FA-5601-377D-C4BD-A467126A5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31859" t="32827" r="295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DE0A444-87C7-1651-0EDC-3A1BA9A612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87" r="7587" b="125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EE672C2-19DC-3C04-4AE3-E267A8F81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90C675C-0DAD-2776-1703-CD753EE4C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8241DF1-7EB1-7212-305E-E6D8C0E3D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1078241-2B89-0197-4978-1E34AEA25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065F106-74DA-8F37-C7B0-C72188117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8749CE3-4B6C-A6A2-FFD5-604D38985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6</cp:revision>
  <dcterms:created xsi:type="dcterms:W3CDTF">2026-07-05T06:14:32Z</dcterms:created>
  <dcterms:modified xsi:type="dcterms:W3CDTF">2026-08-22T08:15:44Z</dcterms:modified>
</cp:coreProperties>
</file>