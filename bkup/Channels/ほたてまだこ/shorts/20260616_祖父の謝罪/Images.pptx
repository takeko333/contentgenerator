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13085-4ABB-4D53-9BB1-DAC0E5752A74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784FC-35D4-460A-9B1E-60EFF0E3DA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90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784FC-35D4-460A-9B1E-60EFF0E3DA4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154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AFA5A5-7614-7B45-EE95-CA826CBFE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395096-E058-1FEA-1D91-BA0BFF111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CD3E21-E028-3C38-AD13-64EA349C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51F55A-A643-D1D6-16EC-B3627520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D82A4F-DA99-98FA-0021-35C87ADB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27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BF37E4-9F96-680C-A6D6-49AF3991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9A4D94-8C5F-0C47-199F-FE3073D26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AB685F-FE6B-33B0-27EA-7536286F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B212BD-3F4C-6897-EEB5-9F27068D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193C46-FCEE-EAA8-CDAA-687FFF99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275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99DC21-6C5F-463C-042A-DDE6E5FA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085ABF-CE8F-B9CB-1417-96B80F93A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5ECCE0-2ECA-0203-10A8-D1D6BCA8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1059C6-27F9-804B-B247-FF4D976B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29527A-09E4-C1BB-F36E-2512CC39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40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AB8C48-4E19-00DA-E60B-2E3626BA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5B1A30-C140-9DFF-0B65-B18DC33D0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820154-5EB0-1B04-76E5-503F451C8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489DAD-D8DA-9AEB-1C71-4673DC36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5FA7C8-A3B9-4E00-3A52-44C96875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07AE32-76A7-6BA2-73A3-3382C4F0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47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5CA90A-8695-CF72-5B07-DFE1247B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C182AB-F0D4-0C78-47BF-ED1F1A549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1C7502-6EBA-C794-8AC1-F34C216D1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B07D92-5648-5EF9-DA18-833BEC346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8EC6C9-425A-56AE-5821-838DFAA2F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189B286-2D9B-DB7E-B27C-4667BFA8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297F6C-1B94-143F-DA04-58E92AD3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FE758C-40AE-4B10-F55F-D2B1D295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18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A046F6-F726-09B4-7AC7-BFD3A4E8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F5B674-C942-9F45-74AE-9791B4BF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8866CC-6373-17A3-D3E4-29B8B4B5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ECEC5B-128B-6FAE-CCD7-A56C4397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964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E9E80B-CBAD-94D7-1612-A993C43C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15385C9-4731-C22E-C5B3-8CFCDDCE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56B888-14C8-AAE1-06CA-24AF090B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36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A23154-1D82-3021-C3B1-416E1610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73B306-92E4-4B9A-E4F8-98BB3254D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8B1F06-D93B-F012-99C9-B418740A0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4552D8-9B3B-85FE-D114-7879336C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AA9841-7AB5-BC32-6D09-A06958A0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9A5AC0-72AC-2C1C-D819-D43A2092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18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5FFC4-70C2-F4EC-4C6C-E6930734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6AEA90-8ED2-04D9-E899-186E39A06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DB3757-56DB-EDB3-C141-8D5C52952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364C7-1327-2DC6-69D8-4B3BB331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3E8DCB-8928-A26E-0408-5BA2CC2F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3F6C9B-5318-00E0-453C-55443D3A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F8CF15-99F5-40DB-0E02-1D284B5D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27F173-099B-C314-46B4-69C3DED19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0E1691-7700-2C98-74E9-7A6FA409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5B980-4A3A-F95B-8F2C-C5844DCE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BDD620-BF81-1F03-9C4A-30AD6A56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70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202A6D-CA22-C130-E613-C59434507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E5E325-4C1F-FB62-B062-BCFCE8863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596170-CCC6-E8FA-638B-95F0CE13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8B207F-E5EC-470F-E946-A9E31F9C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E3733-375B-2979-1F50-53A2B694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57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908A5A-9D71-8D97-0ECB-1AEFCA593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D8C71D-F523-1704-8992-B72E73985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FDE33B-A837-9114-109A-94B4BE61A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AE593-53D7-4501-99C9-515A3CAA3448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482DEB-B915-63D0-F442-81709D75D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40580B-9D2F-F348-5CE2-51DBEE621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A78B5-D69F-4F7F-93F9-0980541EE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39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3A48631-A241-C032-764A-3EC12945B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17134" t="29500" r="17133" b="273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9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539B-CBB8-4B5B-D7A5-FB912F87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2816795-D1FE-63CF-E4D3-9DA9861A2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17762" t="22664" r="11635" b="45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7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66AA-DA4F-372D-FA02-80F7EF9B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BC5E372-CA66-B01E-E9A5-28E0E733A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3349" t="54802" r="27222" b="45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7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E0713-2A61-5FF4-EF55-1ADB4379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B5546D6-F8D0-EC6B-CFBE-8B3ECDE81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17944" t="10245" r="16405" b="22072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A85D-740D-A282-7B62-6C6F3356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3B80B1D-BB15-E0F8-CE2C-650CA8DB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82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AAA57-E626-90EE-C8D7-EC0100EB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207BE65-4F83-78A0-2E53-778D02B6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58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C2D9-7DA3-B6AA-1D4D-6C0FD7A6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3E0EA2-9AB3-D18E-2C7A-952FED31D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0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EFD7-8AB3-F22F-1531-75CC7DD9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789DDFA-1661-8BF8-B507-C0E46F894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68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3276-416B-B3B5-B94D-C281C424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96FB38-E3BB-32E6-6088-D38DD164B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9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5013-D639-40F0-8052-6F882F1B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3169536-D6E7-BEFF-8649-2661AD615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050F4D2-C46A-A219-2D8D-68DB4FB3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7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ワイド画面</PresentationFormat>
  <Paragraphs>1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2026-06-19T14:05:20Z</dcterms:created>
  <dcterms:modified xsi:type="dcterms:W3CDTF">2026-06-19T14:19:29Z</dcterms:modified>
</cp:coreProperties>
</file>