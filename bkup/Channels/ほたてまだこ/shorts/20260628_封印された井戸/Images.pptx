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83" autoAdjust="0"/>
    <p:restoredTop sz="94660"/>
  </p:normalViewPr>
  <p:slideViewPr>
    <p:cSldViewPr snapToGrid="0">
      <p:cViewPr>
        <p:scale>
          <a:sx n="25" d="100"/>
          <a:sy n="25" d="100"/>
        </p:scale>
        <p:origin x="3498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C86336-88B4-ADAA-C5BC-3FCA3630D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03D2CF5-5A01-F138-95FC-1285656F8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B19C4F-1AC5-6970-E4AF-4DCB184F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51A971-8862-56AC-9874-8C609D94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4BD5CF-883C-C13E-5EDF-9716F9C98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471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B103F5-A6B9-F108-FDF5-B0697F67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0DBB4F-F3FA-AE71-C889-949B65D44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510852-0D20-4FDB-A75D-172A57B7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578F58-C053-B9CB-B070-4CBDBA13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7AB90D-A2E2-351F-8D94-F865CCDA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96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64BEB-AADF-BC7F-FF8C-ACC584CB3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91D59F-2A7C-F5BF-450B-5B6FF08E5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18D883-1920-585C-98A6-5411E1136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F73B59-BFF0-8DBB-8800-AC39F7C8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FCC688-D0BC-D092-C7A5-F24FD50F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27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833F3-6EB4-9A7B-2EF8-5B934A1A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B147D7-BB13-C5A7-71C6-D509BB090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DA4742-CDFE-F6F0-CC9C-5A64A05E6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FE4939-4FF1-7307-BA8A-57CFFACD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6C741F-7BBB-CB99-0750-CB76A1FA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A3F5D7-0672-A19C-9EAC-23A07802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7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275225-5A30-90CB-49B8-05E179C6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4BB4AE-14B0-6AC8-4CEE-856332C3B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61E2B1-A888-8155-4F47-A51BEEF2D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D61FFF-090C-8F11-A711-CFAEB0147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E59D81-C591-AA89-EDB7-67823498D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A9377C6-0326-3EFC-93DD-FB0DCE75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B05BBD8-CE08-AB1A-2A41-8908761C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00F9EF-7796-3A4F-6388-6FB0DEB1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9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BF4CB-991B-4FA3-779B-61DDDD6A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E9E2938-90EC-5C44-161A-3C272C2F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062DC2-6797-A3EB-E443-023FBC86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C1A037-5B11-B9FE-F3E4-BE17D6B2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29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B406A6B-E285-9E04-8200-67B00864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17CD08-342A-CE59-1D8E-739AF71CB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EFF33F-A762-7E1E-259E-D2F8BBDC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17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8AB1C-246B-142D-5D67-26C469C1A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9E4179-4937-7889-6B39-3795BD96B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FA9AB5-B0E5-E4EC-FD1D-8C976B297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5EF107-8101-6CB7-31F3-B3266869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2BE476-FD06-554E-BAA2-9A89C3AFD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CE61EF-8B77-3D7D-E40A-E636E203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10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B5DE72-B116-A99D-3C25-476B3F43C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BDB5696-033B-01F2-E034-D62AC6FC2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0EA4CF-A276-C2CB-E8F6-352CA4D7A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D0F877-BF6D-F7BC-A3DF-F7CFB77A4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072A04-3372-168B-7447-6E2544938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236AF1-2CAA-B5BE-4B83-0949BE60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0154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831E58-834C-C8C6-2829-2D44391B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FDD789-CDC4-8F67-B785-08205E5E6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E68351-1CF7-F463-7F9C-6EE8C330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6E7BC1-E298-1272-0490-0F0CB839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F41437-FF87-4231-5063-4B6B2D43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230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45C0A7-880B-D563-EE93-2BB638103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ABFDAC-A1C8-DAA3-86FE-41A29DB26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DA8E2A-5EA8-97BF-1943-02A9E2FA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88A7D5-A923-52EA-4F7F-4DE2B509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89AE51-9AB3-D0B9-CE28-1960E5B3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77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7CCD18-1794-850C-257D-21CCFFC49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9CB627-E112-1475-44C2-252C4E3B2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332115-EE9B-FEEC-9E99-C548AA90D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D2E64-FC8B-459A-B7E3-A0F26B2627C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44564D-27EE-1747-8724-FB1920FBF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EECF4D-A2B1-7CF0-2E43-EF441E599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B3DB9-B399-4D58-A3FA-C38BFC5694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114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E8F2684-887F-939C-7BB9-66FDFA50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01" t="29844" r="119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4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07E6-79DF-E435-3A88-D3375DCE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02776C6-BB15-F7E6-FBC5-FD721042F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79" t="27122" r="26515" b="1867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6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2BC6-E974-E0DE-3A5E-DB94DBA5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496BBF9-3559-EE9C-2668-EA7D928FF3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07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229B7-FB66-9D9E-446F-03AD26FA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4886BF5-2E90-7699-170E-4E2A628FC6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23" t="29651" r="16522" b="6717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78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6049-3FF9-DD41-46C7-62B85DDF3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15B85F8-AC8E-C870-AF07-0A27DA285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49" t="31039" r="24149" b="15686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6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2811-D85C-2847-3237-BD619FD5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B4431C7-F2DC-0EDB-B234-CE5A653B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858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B20FD-B076-A2F7-623A-465B1E6A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564F37-7B8B-2408-5FF8-98168DB7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7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7CF6F-9E31-162E-C76C-89EFE759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E1B8761-E6E2-E2D3-25E6-A575F5DDD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1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3802-3AB2-2563-13D3-1EE80A2CE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D256C48-FB27-7980-FD71-12A087E99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1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82962-DAFA-C091-79D0-9AE95524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6FC9E46-F67B-7716-3221-66F58CDF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7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2948-73C2-2BF7-C626-79AA2C88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9D92C81-06B6-1BA3-D57E-02A20C18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77" y="767865"/>
            <a:ext cx="9754445" cy="53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77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FCC5-226B-ABFA-BE0A-308F23F1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01BD22-DD43-7D19-D4BC-1814BCCB8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87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ワイド画面</PresentationFormat>
  <Paragraphs>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2026-06-28T06:06:02Z</dcterms:created>
  <dcterms:modified xsi:type="dcterms:W3CDTF">2026-06-28T06:22:25Z</dcterms:modified>
</cp:coreProperties>
</file>