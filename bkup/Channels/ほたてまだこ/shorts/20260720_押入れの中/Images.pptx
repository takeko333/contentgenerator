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997" autoAdjust="0"/>
    <p:restoredTop sz="94660"/>
  </p:normalViewPr>
  <p:slideViewPr>
    <p:cSldViewPr snapToGrid="0">
      <p:cViewPr>
        <p:scale>
          <a:sx n="50" d="100"/>
          <a:sy n="50" d="100"/>
        </p:scale>
        <p:origin x="2106" y="12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17AE05-1E10-14C7-ED03-F1CFA6A1F6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916BE86-1F75-8FC7-E547-343E7B13AF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C6A8D95-2636-E75A-2E01-32794049C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6884185-0EB5-3D71-0D72-1D7F2C07B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B2D94B9-6CC8-4A58-4FC6-3A102E607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2444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06C7BE-09D7-3CD2-C1D0-5A19F2418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EA480AD-AD1F-63EF-9C11-F0851C867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20F65C-3C2F-4E74-F13B-B99AE2CBC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A826860-13B0-B296-51C2-1E3D5E049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5DE8BAB-3E40-5B61-77CE-CCE8648B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5347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B398B6-A916-D226-9E99-2114586A4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4658F53-3F6F-5CDC-516B-FA7E31C34F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3E088DA-9B32-D479-6770-7F2A18CEB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886B9E-1C36-23EB-5531-37BC0EB1F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995D5C5-88AE-ECA2-AE59-B64950063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8859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796B52-8EE6-BEB3-5CB5-23092C6CA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2EB51A2-B74C-3EB0-3604-4021F28070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5670171-4E50-ECF2-9D35-0402923EDA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80CFD9E-FF42-E4D6-C66D-F4D08575E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63BCF4D-993B-658D-77CA-F7F31B34C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B49E997-2A2C-1803-12F1-415017EBC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6394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43C0D6-B12B-8B60-F63E-FD756C90C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9984063-8788-DC59-DC92-8E1FCEE9E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6553743-4733-91F3-6F88-848959EC35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1F9126F-7F83-CFF0-AEAA-34CEB697B6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24561F2-7A38-C82D-189C-B4B00C4A65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9210B7E-D49D-3FCE-DE1C-1C9E03EF8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2026/7/19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3B70396-606B-30F8-5D8D-877E74519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1D39ECA-8129-17CB-C5BC-AB42689F3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3813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8F2D17-6198-54BE-57EB-173E9D0BA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A303883-C2B9-CC2D-0B82-4F477AB1D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2026/7/19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22ADAFC-6AE0-5811-3EFD-D00626D44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299265F-04E1-42D3-829E-D24496AE0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1635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669B026-2A13-01A2-42BA-BBEBB985D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2026/7/19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BC72D02-F689-2976-F658-21026E263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DAE438F-F53F-6FB9-3A82-980494853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8100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B16D81-5B8F-E032-B2B1-7A17A9D30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AEF5C8C-18F7-D9AB-979B-3C5C54575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6E41F54-CF71-43A7-B44D-2A7CE6E77F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F0A2C2A-A16B-1C6A-4374-910577FB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461618F-167A-A33D-9898-7058121C4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A924229-FFE0-EA9B-4C67-9DA86A311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4411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837A0D-F99C-AFE8-B568-DC92BEC3B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2C5D72C-D7CC-0C92-210C-CC4B2469ED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8C595BD-4993-A458-89E5-19D0D3C6F4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38F30A9-3B08-333D-58AC-7820991DE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C0C0888-679D-0884-9DE6-9F7BC92CB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D1C651E-123D-DC1B-C728-C4CF4B07F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5733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40DDAF-1AEB-844A-3EC7-C023301FB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21359E1-A819-4277-CC65-1C8FB47D9D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491BB02-92BD-CD66-3C0B-8290B4163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7341E2C-3E9B-DD55-B875-4A6D22D0B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8CE7A0F-BBE8-3FB5-7E7B-85A151B25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7503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33830BA-17F6-C47F-ADC0-7BC1592A73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7AF59B6-22B5-83EF-6C00-954CE8E2F0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53E7455-0201-8F49-5214-D5D532E60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8BE352-D83A-4DF9-7567-20E0F1413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EC60272-3250-B19F-9D4D-BC5DF7A25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7184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CF73C32-4CAE-2BB2-AF1D-733572144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B82EF02-7658-7CD6-AE74-10B307D09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53C6C5A-8B21-B00A-1DAC-2F5892EBE2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5552EE-CFBA-42F2-B65B-7C0B924AAACD}" type="datetimeFigureOut">
              <a:rPr kumimoji="1" lang="ja-JP" altLang="en-US" smtClean="0"/>
              <a:t>2026/7/19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287753-7DA9-3E79-4F61-690F9DE78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4FB11F2-3530-005B-3EFF-FE0D530C9D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2282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4DC1FD98-FCD1-FC32-9D22-8B79B9257F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662" t="8899" r="12660" b="1411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643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D1F61-67F2-BAE0-F6BB-0228A4A8B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FD315932-F5D2-5985-2210-A31F8DD234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407" t="10912" r="21515" b="3223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0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4AF13-5221-E5A4-CBFC-9412B449F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14686659-6D51-804C-706D-96E101A577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321" t="7417" r="22321" b="35441"/>
          <a:stretch>
            <a:fillRect/>
          </a:stretch>
        </p:blipFill>
        <p:spPr>
          <a:xfrm>
            <a:off x="-1" y="1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422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350DD-640F-FD72-2EDD-0DFA84951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C2B300E1-879D-8D1F-A360-06205208E9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739" t="8966" r="10739" b="9979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523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7B831-A7B7-17A8-56B6-D1925E450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17E709A0-6349-D43A-B6A0-4A4988E8B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325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A8FCE-64E8-CF6D-78C8-FC579C031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77AB7665-96A5-EE28-0636-F02C0F48CE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693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61EBE-B632-1CDB-85B1-2901363F1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165EFCE1-D416-7396-BAF6-D7D36AC5FB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901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0CFA5-E1FE-EC6F-C684-EA33AA9F8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6199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ED6CD-C698-C202-F225-62FBFD2D5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47618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6ADCD-5087-AB83-C4FB-2802E7193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0142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0</Words>
  <Application>Microsoft Office PowerPoint</Application>
  <PresentationFormat>ワイド画面</PresentationFormat>
  <Paragraphs>0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正人 小竹</dc:creator>
  <cp:lastModifiedBy>正人 小竹</cp:lastModifiedBy>
  <cp:revision>4</cp:revision>
  <dcterms:created xsi:type="dcterms:W3CDTF">2026-07-05T06:14:32Z</dcterms:created>
  <dcterms:modified xsi:type="dcterms:W3CDTF">2026-07-19T04:02:01Z</dcterms:modified>
</cp:coreProperties>
</file>