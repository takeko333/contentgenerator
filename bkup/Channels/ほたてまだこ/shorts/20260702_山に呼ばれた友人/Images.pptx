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631" autoAdjust="0"/>
    <p:restoredTop sz="94660"/>
  </p:normalViewPr>
  <p:slideViewPr>
    <p:cSldViewPr snapToGrid="0">
      <p:cViewPr>
        <p:scale>
          <a:sx n="33" d="100"/>
          <a:sy n="33" d="100"/>
        </p:scale>
        <p:origin x="2808" y="16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290523-CF38-E10F-610E-EF103A9CFE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D6AEA8C-426B-C6A8-4324-107D4E55A2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674255-A7A1-B72B-78FD-6018E7CB9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D450-256E-40AF-BF5D-3D0CF6F77D68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F1F859-77C5-8F43-5A26-82BBD6912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369FE9-7F58-27E6-3FCF-30D354EED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89DBD-76DE-4182-9E01-10A3EDAAC7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5278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84BF9D-28EA-009D-BFC4-F09ABF1C0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7E0A8F-5E1B-57BB-E155-AA19F33D5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99EC2EA-D42B-EB4F-DF8D-B2002718A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D450-256E-40AF-BF5D-3D0CF6F77D68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A151C8-E20A-FF37-9052-AF3E65259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591B6A-3E5F-D4B4-2AA1-8F3091F0C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89DBD-76DE-4182-9E01-10A3EDAAC7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3939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D071E1-47C4-120B-11ED-0E7D2A86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6D383C3-CED7-D83A-8C93-435970D3E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5668F2-8A5D-6577-5031-0BD1F9BE2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D450-256E-40AF-BF5D-3D0CF6F77D68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A48CB3-D7E1-0E4A-1969-ACE6279F9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1164DC-9C8E-0026-331D-EE7901872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89DBD-76DE-4182-9E01-10A3EDAAC7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3035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963C8A-98E7-78A2-BE12-DD89F990E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8CECAC1-96E0-FA95-C541-7063FD07E0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1751CFB-F271-C4F7-D160-A418FA065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9CFADCA-13BD-B39F-D1A1-35F063F94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D450-256E-40AF-BF5D-3D0CF6F77D68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E770EA7-D431-82F4-54EF-CA5063CBD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B4F50B8-AD74-9A17-7D1E-C3E93B942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89DBD-76DE-4182-9E01-10A3EDAAC7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9119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BF6F25-9185-A74F-8047-483BE11A7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5889A9F-1B7F-FDA5-AAEC-CA83342E4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050EE1B-6646-D17C-0B4B-057D09F54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D5C728E-8A5E-4789-6685-B6C10F4887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BFE0C65-E090-C27D-6CD5-4A4F1509AC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6D915D5-C800-2D2B-D937-EBB0FC563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D450-256E-40AF-BF5D-3D0CF6F77D68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80A7E5B-AD34-2279-C3CB-D6DBAC7AB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EC227AE-1419-6B6B-4FC6-7597D0822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89DBD-76DE-4182-9E01-10A3EDAAC7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6479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B7E68C-0F52-7EAA-D7DF-7A21EA2BF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22923C0-1E1D-15FA-78E1-09300B896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D450-256E-40AF-BF5D-3D0CF6F77D68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15CA76E-15DF-73C0-F1FE-4C4D45F7A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F2AEDE9-9696-ADCD-4911-20CCC3808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89DBD-76DE-4182-9E01-10A3EDAAC7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8225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1748BB8-5A30-73B7-A81A-DFFBAE789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D450-256E-40AF-BF5D-3D0CF6F77D68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31F5433-FFF0-309D-E346-D6B9C3699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9EE898D-13E6-332F-7EA5-0A4EC7E6B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89DBD-76DE-4182-9E01-10A3EDAAC7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0354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4E442D-AE95-DBC6-480B-5B59D6925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7AF259-77A7-7C6F-5969-844F6C8B0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013DFF8-C1D7-75FC-FC30-DD01FD097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5D49619-1ABE-5836-D4CB-BBC7FC6F9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D450-256E-40AF-BF5D-3D0CF6F77D68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84F6301-20F1-D43C-3BB3-26001F50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208F132-CF22-3911-A066-0A37BD350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89DBD-76DE-4182-9E01-10A3EDAAC7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9881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64D4C3-6408-8B5A-D2E5-B3DF14CB9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A0652EA-A417-1723-481B-C30865E1A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5699686-DB48-91D7-7213-F4ABB698E4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AA1ECEB-9F45-141A-1AEB-6525AC3AF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D450-256E-40AF-BF5D-3D0CF6F77D68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FB5833C-E232-73C0-9520-119F60062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E4A255A-BB62-B95D-A48D-867D1522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89DBD-76DE-4182-9E01-10A3EDAAC7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0781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D808AD-0A02-2F7E-E8D3-85F51D494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C8EAFFC-E889-AC72-683C-3CAF45477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763C87-83C0-3EEE-82E1-DA61B8CE3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D450-256E-40AF-BF5D-3D0CF6F77D68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B09241-05B5-F80A-5538-CA5D77B97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653F0B-5AE4-D9E3-05D3-5451C67D1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89DBD-76DE-4182-9E01-10A3EDAAC7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4713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1AF02BC-9BCA-EF42-2072-8B336D1DCA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7966F25-4415-EF02-B5DB-90897850B3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88CF34-45B2-06BF-041D-EA401772E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D450-256E-40AF-BF5D-3D0CF6F77D68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ABABF4-BFA5-E56F-1EEF-B861A60FC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4843A6-95D5-4B0F-E58A-7FF62F03D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89DBD-76DE-4182-9E01-10A3EDAAC7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5599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6099C56-3950-1319-B0A7-28150532C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FCF84A1-B4A0-B5CF-22AA-80A957148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8686D9-0816-B61B-AE39-92F864C4D9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C5D450-256E-40AF-BF5D-3D0CF6F77D68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4B093F-25FA-52A1-5479-F78DF1EC8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068D5F-736F-71AA-4536-B3D2F18005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689DBD-76DE-4182-9E01-10A3EDAAC7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2533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A8105DD-0941-031F-EA63-7B9A8B9EAE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07" t="9790" r="12021" b="714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37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E8933-B1F0-D99D-568E-5F98C36AA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8ABD4B7-BEA0-07D2-713E-8FCD469920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794" t="40993" r="14183" b="1052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886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32AB7-10F1-5590-382D-660A2934C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74F6F68-8ED2-416E-71B7-F276DBCB90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71" t="23544" r="10859" b="40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92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12668-0247-1770-4A3E-36D294E8A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FB42129-7F94-DAC0-8931-7DF12DE80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335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2D9DA-626A-5CE3-EDD0-598233CD3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4D89417-B5D5-42C1-7136-3DA88E507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423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2A4B1-9FB9-4538-7D3C-952A283AD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A6F00E1-0ADB-73D1-B7D3-CDF9A99B0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967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ワイド画面</PresentationFormat>
  <Paragraphs>0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4</cp:revision>
  <dcterms:created xsi:type="dcterms:W3CDTF">2026-07-01T10:38:14Z</dcterms:created>
  <dcterms:modified xsi:type="dcterms:W3CDTF">2026-07-01T10:44:26Z</dcterms:modified>
</cp:coreProperties>
</file>