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>
        <p:scale>
          <a:sx n="33" d="100"/>
          <a:sy n="33" d="100"/>
        </p:scale>
        <p:origin x="351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DF5E53B-277A-FC47-A336-47566A02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F4381A4-3298-3DB7-14DF-1F7310FC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1" t="25267" r="33798" b="316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F7E01D7-DE7A-C40C-8373-59118130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5945" t="22815" r="25946" b="2761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BB685C9-9547-74DC-0653-3C7F4810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7" t="93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29554B-29E7-4E4A-4D09-87D1A234A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2F5B46-F694-33EC-F26A-5298CD8A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94B8490-08CF-8A9F-609F-92066B588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D64F7B-E6D1-2772-F6BD-26F2A16EF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B82A3E-3BFD-C8C8-EDA6-C1EDB822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2026-09-24T11:54:15Z</dcterms:modified>
</cp:coreProperties>
</file>