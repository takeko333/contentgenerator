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65" autoAdjust="0"/>
    <p:restoredTop sz="94660"/>
  </p:normalViewPr>
  <p:slideViewPr>
    <p:cSldViewPr snapToGrid="0">
      <p:cViewPr>
        <p:scale>
          <a:sx n="50" d="100"/>
          <a:sy n="50" d="100"/>
        </p:scale>
        <p:origin x="235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B775A94-3E21-C7F4-B7DB-7F9183A5C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65" t="10855" r="9865" b="64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CC4DAB3-FA0B-91D0-E850-591BD73C0A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90" t="12613" r="26443" b="370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91E49D7-BFC2-AE8E-65FD-914B358D3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31191" t="56070" r="31191" b="51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CCA8E46-37E3-9843-160B-26117F428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1ED3F4B-74CD-7C76-FA96-7AEC6BE34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1FD63BF-C4E3-9973-2457-B1BC9936C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99CBB5E-3204-33C2-0579-7F3EB881E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20937A3-581E-CF5A-834C-7F5039F94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627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2026-07-05T06:14:32Z</dcterms:created>
  <dcterms:modified xsi:type="dcterms:W3CDTF">2026-07-05T07:41:37Z</dcterms:modified>
</cp:coreProperties>
</file>