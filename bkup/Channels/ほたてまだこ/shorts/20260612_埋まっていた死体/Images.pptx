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8" autoAdjust="0"/>
    <p:restoredTop sz="94660"/>
  </p:normalViewPr>
  <p:slideViewPr>
    <p:cSldViewPr snapToGrid="0">
      <p:cViewPr>
        <p:scale>
          <a:sx n="50" d="100"/>
          <a:sy n="50" d="100"/>
        </p:scale>
        <p:origin x="2652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AEF149-C2DE-43A9-B427-C1081FA49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DF2C387-7B2D-0C42-7F79-EC8725AC1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8CD853-5A28-06AF-2980-E4734E0AD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0F1D-585D-49E6-95B1-8653A368C74F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916400-5BED-503F-B963-E58AB83F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511EAD-F2B1-152B-2D89-51FF3A72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98CA-98E3-4078-B2EE-0004414B9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3311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AD6950-B614-22D0-F00C-C82FB7C8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E1EFEB-455F-4889-5D12-3F7E96BF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629212-E9FF-B600-FC5F-886229C4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0F1D-585D-49E6-95B1-8653A368C74F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6EDDDE-72F2-C83A-C6BE-ABCC14A1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2E03BB-ECF0-E6CF-9974-74CB6570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98CA-98E3-4078-B2EE-0004414B9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284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750567-3DBE-36EF-501C-BFABF52CD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E0350B-EBC5-249B-1E6E-E4540535C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F2EB03-DD7E-3B28-73E0-AB10877AE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0F1D-585D-49E6-95B1-8653A368C74F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F6E6D0-A2FD-2FF7-F3AE-23DD343E0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263568-2C58-5CEF-180E-0BC6FC255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98CA-98E3-4078-B2EE-0004414B9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346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ACA9A5-47DE-6CDB-8A68-EFE4F284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78DB00-FDAF-A815-B634-98463B36C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B276C2-DFBB-E6F4-B2F5-34E2E48A1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1CDA3F-377B-6B28-CD4C-7BB47448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0F1D-585D-49E6-95B1-8653A368C74F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2B4E4F-3FC0-9300-39B8-FA7C2E95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6F63D2-1C26-7D08-73D2-5F133F97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98CA-98E3-4078-B2EE-0004414B9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6129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7E8063-94D6-8339-2762-57054C9E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4630C0-3046-AFB6-CA95-12EF407D1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402F3E-573F-EB14-FFFB-CB445EF1F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7E6A9CE-06EA-EA9A-2C1B-A4496E640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E131B57-65CF-273C-A870-C5848ADAE6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520A77-2A5D-D7F6-92BA-7456E5884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0F1D-585D-49E6-95B1-8653A368C74F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4BFB388-9B57-81ED-74B3-39C1C4114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5FC8D8-A866-B6CC-E630-3B8EB6AF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98CA-98E3-4078-B2EE-0004414B9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6352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B6E263-1E06-0576-4EB4-CD9B8648C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6C9B803-CC55-56D7-7AE7-99CA1922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0F1D-585D-49E6-95B1-8653A368C74F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3BF6060-962E-58BD-0A11-803118CE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3FD791-31E2-AB21-0E4A-841AF5FE6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98CA-98E3-4078-B2EE-0004414B9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0186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88E9269-7C55-6FA1-403F-F1569069C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0F1D-585D-49E6-95B1-8653A368C74F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C8A0DDD-6927-D554-566C-605B8424F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6B0F020-A87D-6D53-D396-E8544BEC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98CA-98E3-4078-B2EE-0004414B9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944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414A32-AC6A-035F-00E4-9ADA4E62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DF31C3-2CF5-4CFE-63E2-9B56DA42A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D3F347-44B1-21B8-AB7A-5F1102288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BF6B12-6737-45CA-D4FA-5FCB621B0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0F1D-585D-49E6-95B1-8653A368C74F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F416FE-03E2-6D9F-3B68-9C44F2E5A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AC2650-DA89-71D8-A3B6-5CA66FB0F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98CA-98E3-4078-B2EE-0004414B9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5483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520CBC-0F84-C240-C5E6-450D9513E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47782EC-C209-D535-F559-8A46BCB74C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7FCD3A-F33F-619B-1CB4-C5A7F940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3A18B9-1F93-D5FF-DDE6-6D54B0E8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0F1D-585D-49E6-95B1-8653A368C74F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AEAD04-CAF2-F892-C34F-4686BCDFE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8A44DB-920D-B6E8-C5AF-472E9EC3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98CA-98E3-4078-B2EE-0004414B9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19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850F7C-F955-B4AF-20B9-CC4078C9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8CCECD-9523-7241-BDC3-822251B80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7539A5-CC2D-1C7B-5008-DE96522F4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0F1D-585D-49E6-95B1-8653A368C74F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B66704-44A2-80CC-0B34-B9B79587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F1238D-68A0-3902-0502-48C161BF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98CA-98E3-4078-B2EE-0004414B9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0437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4B1AA21-605E-E9E9-BD85-CFEE47B6C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6F9478-AF64-1415-4B9C-8026B68DB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DA3A73-B274-C125-C599-3196F37BF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0F1D-585D-49E6-95B1-8653A368C74F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1541DD-ECFF-BBA4-8A25-C9E9E2A16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9746EE-FA24-05F7-410E-F790C56D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98CA-98E3-4078-B2EE-0004414B9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560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24BA66D-3077-7272-14DD-15CA3BDFC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325041-3EFE-D340-9B86-FE92DD29C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EB73F4-55C7-2AF1-3C2F-3C409C6B0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70F1D-585D-49E6-95B1-8653A368C74F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2D3D14-B209-92FC-1FEB-282E27CAE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123BD5-1759-B8D0-2951-352E60788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898CA-98E3-4078-B2EE-0004414B9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7739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5DF34-8F79-27D8-01D4-02037494F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EA6A7F7-0BF7-73D3-A9A2-153312BE2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22758" t="25771" r="22758" b="1809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22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13252-FD6F-C269-F22A-E40BA48D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885EEE4-3950-B971-804C-42E5984056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25" t="35853" r="62415" b="3585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997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2A9EE-963D-A933-74B7-0E4AFD6F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7C5F882-69C1-9F7B-8E6A-27746A8A5C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33" t="32717" r="231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23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2</cp:revision>
  <dcterms:created xsi:type="dcterms:W3CDTF">2026-06-10T23:31:51Z</dcterms:created>
  <dcterms:modified xsi:type="dcterms:W3CDTF">2026-06-10T23:41:30Z</dcterms:modified>
</cp:coreProperties>
</file>