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3558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ADDAF34-019A-3326-45DC-D888A356A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40000"/>
                    </a14:imgEffect>
                  </a14:imgLayer>
                </a14:imgProps>
              </a:ext>
            </a:extLst>
          </a:blip>
          <a:srcRect l="21217" t="23436" r="14299" b="101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FB9D149-7332-C56F-D3FB-A6D0FCAC0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rcRect l="19516" t="12883" r="17770" b="2246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8377228-B3A4-48C8-4EF6-809122FD5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F120693-5CE0-A09C-68DE-81F69CE98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E66C422-E48D-A6F8-6C69-36F50007B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190F83C-5E6A-C301-23DD-854482BD9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4</cp:revision>
  <dcterms:created xsi:type="dcterms:W3CDTF">2026-07-05T06:14:32Z</dcterms:created>
  <dcterms:modified xsi:type="dcterms:W3CDTF">2026-09-25T14:43:33Z</dcterms:modified>
</cp:coreProperties>
</file>