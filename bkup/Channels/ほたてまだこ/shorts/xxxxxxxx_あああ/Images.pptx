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3558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6CE05F2-EB01-0395-5A9D-DE34D05AC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02" t="8366" r="1644" b="564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D6CC4C3-A9EC-7823-D1FC-AB29150637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0344645-E698-7B0B-167F-2A4ECA3E5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5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DBA10AA-0549-CE74-DCB1-781433A6DF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90" t="17957" r="1019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6817ACF-5E60-0EE0-FB0B-70A5FEF8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78" t="39567" r="24527" b="12598"/>
          <a:stretch>
            <a:fillRect/>
          </a:stretch>
        </p:blipFill>
        <p:spPr>
          <a:xfrm>
            <a:off x="-1" y="1"/>
            <a:ext cx="12192001" cy="716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AFCF604-CEB0-F8B2-A9D3-B21CF39C4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201BA72-9EC8-54FF-4585-0DF9E9324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8E0BF44-F5EA-5E91-0E00-E7A2790ED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E2FA957-C178-CFBD-0F70-226A98AF3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69034BEB-B50E-2330-AFD7-B6EAC27EF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6FCDB8A-0699-CBE3-6150-EED359D90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9E7B196-070C-91BD-D159-6346A41F9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7CE0D01-D2DE-3830-6F16-2ACA3012B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319540C-B5A7-D591-3165-0768277FD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CA15F46-C8F4-ACC8-539D-3E586D79E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BCEA666-02AD-8862-BEAB-68AB96201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7619684B-8D49-EA5D-9EF5-6ECA37D7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6</cp:revision>
  <dcterms:created xsi:type="dcterms:W3CDTF">2026-07-05T06:14:32Z</dcterms:created>
  <dcterms:modified xsi:type="dcterms:W3CDTF">2026-08-28T00:12:30Z</dcterms:modified>
</cp:coreProperties>
</file>