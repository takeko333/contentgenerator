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34" autoAdjust="0"/>
    <p:restoredTop sz="94660"/>
  </p:normalViewPr>
  <p:slideViewPr>
    <p:cSldViewPr snapToGrid="0">
      <p:cViewPr>
        <p:scale>
          <a:sx n="66" d="100"/>
          <a:sy n="66" d="100"/>
        </p:scale>
        <p:origin x="1590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6A22321-8A8A-2FF3-1C0C-95E485BB8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6" t="6938" r="13532" b="6938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5A624CB-1D74-FF29-E9E5-B3D57539AD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92" r="13134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71E0921-CAD5-D436-02D4-82AB200D3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l="14555" t="9968" r="12669" b="1500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855FFD2-B6BD-9EC9-312E-EB95464107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11" r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75FC5BA-9EBD-F4E2-1747-7D1F8CD10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F7F5439-2FCE-7D5A-A88A-C3E80D9E4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B75051A-2BDA-3D79-0FA4-B2FA44B3A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2026-07-05T06:14:32Z</dcterms:created>
  <dcterms:modified xsi:type="dcterms:W3CDTF">2026-07-19T17:23:32Z</dcterms:modified>
</cp:coreProperties>
</file>