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 snapToGrid="0">
      <p:cViewPr>
        <p:scale>
          <a:sx n="33" d="100"/>
          <a:sy n="33" d="100"/>
        </p:scale>
        <p:origin x="3228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3E3BB2E-164D-3398-EED1-BB59561A5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10284" t="13015" r="14066" b="88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155C69B-371D-5DA6-F47E-B1CFA4ED3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87" r="138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CC63C5-C475-2080-ED65-E7EC9901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8500" t="10305" r="8500" b="4130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1CC9325-E356-58D6-BBE9-0ED86175C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19" b="8210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4D31952-C6D2-5014-2289-758AA52EE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8A650BE-3933-3FD2-1587-8BBFAF5E1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EFA6305-A929-70C1-51E8-97E75B814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A96C7F5-A218-DE8C-A0E7-85F0CA07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D0FB752-3168-50F7-D568-5F9F1F743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AC91C1-487C-B0CA-DFD7-72E899D6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7F24798-E5ED-9152-92EB-0BD40B71A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BA3A424-1FC2-201E-FD1F-70F7D442B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D105718-CBEE-DD83-AB83-B5EFB7CEC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748FA56-DAC7-8D78-F411-B7C85AA52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CBB9F8C-26D6-40A5-8977-B55B7C8ED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2026-07-18T07:34:25Z</dcterms:modified>
</cp:coreProperties>
</file>