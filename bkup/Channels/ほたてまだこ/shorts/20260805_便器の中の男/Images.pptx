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4434" y="2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E15AF-C8F8-4242-B514-72AA757EDD4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50A3F-CF83-4542-97FF-A094F5C56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73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0A3F-CF83-4542-97FF-A094F5C56B7B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445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DE52D7E-E5F1-C94C-6118-29CB4524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94" t="11849" r="12994" b="118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855975-A11D-6733-438F-8286B168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2" t="33909" r="34392" b="3390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D0CB8DA-5B20-4F53-DC9B-A8CFA6427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33" t="20377" r="1143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3EC934D-1886-DE6C-6FA0-A1529914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85069" y="-3154239"/>
            <a:ext cx="24162137" cy="1316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86CE651-4337-22FB-B02F-56ADC2FBA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3652C31-9B73-D753-0E78-879058653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CF1CA91-E180-3796-EDB3-01208A91E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7BF368E-1284-3824-2CA4-80529EAAF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218DAB1-CC61-BFF3-F677-23D26AD41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867DE6E-8077-CF72-371F-525326A14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CE31108-5B24-E47B-3238-E3594C03F0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B5F8F92-FD19-E5CE-B7B7-38CC05BC6B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BB74EB9-F0C2-4536-6240-99FEC4662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BC8342B-219B-43CD-C847-65030DA12D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8777" y="767865"/>
            <a:ext cx="9754445" cy="532226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0E9FB92-B2C2-53C6-5563-0B74B7E9AF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06D30ED-2C18-9D83-E12F-F933EBA2A5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77B884C-916A-25AC-8A55-C248671F98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8777" y="766210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F9887939-89C2-5EC1-055C-FEF9D9C0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767865"/>
            <a:ext cx="9754445" cy="532226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DD4BD65-56BF-F0D8-A160-3138E669A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9871540-5904-7F0C-1E85-7AE1CE597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6DCC64B-1666-DBEA-B41A-0C903CEEA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9E9CE29-658F-A6CE-8D17-D844F9131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57A8252-279B-3EDF-719A-AF53441C2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6156A9A-EC1E-B8F5-4BA4-6FD3706FE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</Words>
  <Application>Microsoft Office PowerPoint</Application>
  <PresentationFormat>ワイド画面</PresentationFormat>
  <Paragraphs>1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2026-08-04T00:07:41Z</dcterms:modified>
</cp:coreProperties>
</file>