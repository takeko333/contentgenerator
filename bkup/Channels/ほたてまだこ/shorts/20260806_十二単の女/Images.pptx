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4" r:id="rId5"/>
    <p:sldId id="260" r:id="rId6"/>
    <p:sldId id="261" r:id="rId7"/>
    <p:sldId id="262" r:id="rId8"/>
    <p:sldId id="263" r:id="rId9"/>
    <p:sldId id="256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3834" y="1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AC81BE6-4FFD-B81E-C0B4-C1C411492A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69" t="12359" r="13471" b="1235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45820D1-21BF-36E8-A676-F9708CDA80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59" t="10082" r="11259" b="1008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9A0BC06-9465-A4B7-DE3C-D8022F4EB7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628" r="2362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23E75E9-3C55-E3D7-AA2B-54A984BBC9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409" r="20409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53A2A0B-7DE5-9504-0FF7-DC3CBA3EE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17866B3E-2C68-2F62-0F87-74184C20A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38249D6-1B70-54C7-4862-1A4064BA1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14B933C-897E-4F23-10D7-1E6F34020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390CCA2-3DC6-0FC5-2169-E899AC8F7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14DCA40-E957-81D8-4BFA-8AB6F8B6AB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14" t="19438" r="12472" b="8417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4</cp:revision>
  <dcterms:created xsi:type="dcterms:W3CDTF">2026-07-05T06:14:32Z</dcterms:created>
  <dcterms:modified xsi:type="dcterms:W3CDTF">2026-08-06T09:44:36Z</dcterms:modified>
</cp:coreProperties>
</file>