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834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2485BB0-3303-283A-268C-42DE5B19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03" t="33517" r="36329" b="1703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CFA4FE-F763-E0A5-A3F4-22C9C311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40" t="22289" r="14940" b="54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209EF95-8E82-54F4-52DF-D2835527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75F3BD1-0566-DB52-0427-3249C7EA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2</cp:revision>
  <dcterms:created xsi:type="dcterms:W3CDTF">2026-07-05T06:14:32Z</dcterms:created>
  <dcterms:modified xsi:type="dcterms:W3CDTF">2026-09-24T10:55:20Z</dcterms:modified>
</cp:coreProperties>
</file>