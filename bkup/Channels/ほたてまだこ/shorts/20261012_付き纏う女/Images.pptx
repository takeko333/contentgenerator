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004" autoAdjust="0"/>
    <p:restoredTop sz="94660"/>
  </p:normalViewPr>
  <p:slideViewPr>
    <p:cSldViewPr snapToGrid="0">
      <p:cViewPr>
        <p:scale>
          <a:sx n="25" d="100"/>
          <a:sy n="25" d="100"/>
        </p:scale>
        <p:origin x="1744" y="10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2026/10/10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621AF9C-DD59-021B-15F9-1D26A4A083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26213" t="37513" r="26213" b="1344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A5772B2-96BF-B8C3-A931-AEB57FD5D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6390" t="26508" r="2228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0FF72DCE-2FAC-CB5A-7737-1623583C8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15838" t="24765" r="19737" b="885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EE79BCF-6782-9637-7AD6-F7E3869E6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l="9664" t="16874" r="966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6FEA9D3-13F6-5DE1-1CB1-17585F423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F810AA4-BBB1-74A7-7077-BEC8E90B7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B6F81B55-BA68-F6E0-F940-98CC86EBE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81F43B8-B7E6-BA50-2A56-5724CE93F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44553AB-4684-D263-9D18-B19E1DE22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6</cp:revision>
  <dcterms:created xsi:type="dcterms:W3CDTF">2026-07-05T06:14:32Z</dcterms:created>
  <dcterms:modified xsi:type="dcterms:W3CDTF">2026-10-10T09:30:42Z</dcterms:modified>
</cp:coreProperties>
</file>