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61" r:id="rId2"/>
    <p:sldId id="263" r:id="rId3"/>
    <p:sldId id="262" r:id="rId4"/>
    <p:sldId id="256" r:id="rId5"/>
    <p:sldId id="257" r:id="rId6"/>
    <p:sldId id="258" r:id="rId7"/>
    <p:sldId id="259" r:id="rId8"/>
    <p:sldId id="260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50" d="100"/>
          <a:sy n="50" d="100"/>
        </p:scale>
        <p:origin x="2874" y="12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C5B1FD-E33C-458D-876B-24F7FF52342F}" type="datetimeFigureOut">
              <a:rPr kumimoji="1" lang="ja-JP" altLang="en-US" smtClean="0"/>
              <a:t>2026/6/13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CC76FD-D685-430A-9E93-D3CF8213A25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260787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CC76FD-D685-430A-9E93-D3CF8213A25C}" type="slidenum">
              <a:rPr kumimoji="1" lang="ja-JP" altLang="en-US" smtClean="0"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60757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59CAD54-EB57-6847-E309-FF9DAC8882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3B70FF63-EF92-C4E3-FB6E-8A1FE6BB6A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7ABFA49-8FC7-1D76-C87A-F4C6638FBC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23960-07F4-41BA-AC03-F682D735A070}" type="datetimeFigureOut">
              <a:rPr kumimoji="1" lang="ja-JP" altLang="en-US" smtClean="0"/>
              <a:t>2026/6/13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DD4F884-0CE0-708C-F6C9-738133ACBD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3F938DA-3059-0D9B-8A2E-FB91FC002D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C8353-CE8F-48F7-A43E-FEFFDBA378E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623173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4CCF632-1628-BCE4-F2AC-098C123C61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9517226-941B-6022-D5FC-CBC4B0F0CE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66F2B82-5D94-832C-DD95-421274A13F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23960-07F4-41BA-AC03-F682D735A070}" type="datetimeFigureOut">
              <a:rPr kumimoji="1" lang="ja-JP" altLang="en-US" smtClean="0"/>
              <a:t>2026/6/13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F5E9755-07D7-1D30-4029-0DC13C5B0C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6281C86-F31B-0B8A-3C43-B5949F011B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C8353-CE8F-48F7-A43E-FEFFDBA378E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625063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BFF345C-91BC-95AC-57C3-0F68CB8888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4464BE4-5236-35E7-9295-C712A5FFF0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89C073F-C579-74A3-A2FB-13D568CEE6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23960-07F4-41BA-AC03-F682D735A070}" type="datetimeFigureOut">
              <a:rPr kumimoji="1" lang="ja-JP" altLang="en-US" smtClean="0"/>
              <a:t>2026/6/13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0025742-927E-91E4-54A8-BC59EA3132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EE0D2B5-39C2-8448-2E04-518374EACB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C8353-CE8F-48F7-A43E-FEFFDBA378E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494775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8B559A6-3F9F-8796-F6DE-D5130C9254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2E97CC0-323E-FC8F-BD1A-658FA5AF96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163F83D-25F6-14A8-1597-043FF7413A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10FACD3A-06BA-7EA9-B3F6-65D605B451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23960-07F4-41BA-AC03-F682D735A070}" type="datetimeFigureOut">
              <a:rPr kumimoji="1" lang="ja-JP" altLang="en-US" smtClean="0"/>
              <a:t>2026/6/13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215F9DC9-069A-BD9D-87CF-C4BD9E4E8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1C8E7FF2-2709-DB28-2540-8D38B3B154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C8353-CE8F-48F7-A43E-FEFFDBA378E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252508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22F9DF2-F6C7-0CFC-6548-686FB03A25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64CED873-1789-C83D-F417-029F0BFC47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A33B770-8B23-D816-D156-7656BA81B0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CD6831BE-D0FA-A34B-FBF5-3576072E9D7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0CB774DD-6025-8128-5335-2D51172AC46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27719BD5-4596-A0C3-CD8E-C46D805585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23960-07F4-41BA-AC03-F682D735A070}" type="datetimeFigureOut">
              <a:rPr kumimoji="1" lang="ja-JP" altLang="en-US" smtClean="0"/>
              <a:t>2026/6/13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E49083A1-308D-2773-3C6F-CB50FBDA25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31AE510-7264-F4C7-702B-CA969DA76A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C8353-CE8F-48F7-A43E-FEFFDBA378E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042304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77BE693-7C68-3F3A-14D1-1E2D6F5872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1DE6D8E6-3ADD-6C2B-3151-E43FDA8F32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23960-07F4-41BA-AC03-F682D735A070}" type="datetimeFigureOut">
              <a:rPr kumimoji="1" lang="ja-JP" altLang="en-US" smtClean="0"/>
              <a:t>2026/6/13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D2AD8C41-7731-87AC-7AF8-F04778B477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7BDD6D1E-EC0A-E9E4-27F6-6D79CE7A31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C8353-CE8F-48F7-A43E-FEFFDBA378E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573771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62C34167-F451-AE82-8AA7-6F9ED24421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23960-07F4-41BA-AC03-F682D735A070}" type="datetimeFigureOut">
              <a:rPr kumimoji="1" lang="ja-JP" altLang="en-US" smtClean="0"/>
              <a:t>2026/6/13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15E2A202-73F3-B098-B5F1-7668445E2E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80074C2-A0A9-E505-5861-592FF60C2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C8353-CE8F-48F7-A43E-FEFFDBA378E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38333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3FD9A73-E20F-8426-AAB1-E341BE90FE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9556429-1F0E-CC87-A6C9-19923CDEF5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F3928554-42DD-76B4-52A6-8625E3211B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C511D40-ECA9-393B-0CFF-45B312CE08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23960-07F4-41BA-AC03-F682D735A070}" type="datetimeFigureOut">
              <a:rPr kumimoji="1" lang="ja-JP" altLang="en-US" smtClean="0"/>
              <a:t>2026/6/13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386BEAD-2FCE-42FF-DA68-0BAD14A6E1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02FEFC4-2E5E-1A6F-5E1C-4ABA0AA00D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C8353-CE8F-48F7-A43E-FEFFDBA378E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677254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D53E846-674A-731E-8E45-A73FA3BB1B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D8E1498D-865A-E4D0-D87A-70E2061966E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CAD156DC-7F0A-6830-3D70-4D2CD17AA7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AA5F82F-1E92-0297-96F8-6C47C98F00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23960-07F4-41BA-AC03-F682D735A070}" type="datetimeFigureOut">
              <a:rPr kumimoji="1" lang="ja-JP" altLang="en-US" smtClean="0"/>
              <a:t>2026/6/13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3E008CDA-4D36-C772-29DC-749C8A368F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9BB44BD6-6DB5-831E-E93B-C01C642242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C8353-CE8F-48F7-A43E-FEFFDBA378E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107184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97CB794-08E4-A396-9190-7EE1EE4927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AC587B3D-543A-7199-F15B-CFC1CCF0E4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A590FDA-2843-7657-906A-7B4C4B5CFE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23960-07F4-41BA-AC03-F682D735A070}" type="datetimeFigureOut">
              <a:rPr kumimoji="1" lang="ja-JP" altLang="en-US" smtClean="0"/>
              <a:t>2026/6/13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5A181BB-A579-F80E-5704-F884F5E80A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912E9C6-3910-A4F0-160D-7C0F5BABD8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C8353-CE8F-48F7-A43E-FEFFDBA378E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906976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C0DDBAF-27E7-6781-1356-43D09827AA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F7A7CCA2-EC72-61B5-F75A-FC08AF6F2E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6D7C803-893F-8BCE-40A3-13E8B53AA7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23960-07F4-41BA-AC03-F682D735A070}" type="datetimeFigureOut">
              <a:rPr kumimoji="1" lang="ja-JP" altLang="en-US" smtClean="0"/>
              <a:t>2026/6/13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43B0104-2E38-4270-1346-F97ECC49FB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FA1E058-2512-9746-4920-EB30FB6B37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C8353-CE8F-48F7-A43E-FEFFDBA378E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29475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723A18C-5905-CD52-0A85-CBCE1F4F97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A111CED-F55E-EFC2-C796-E81201CF67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65635C2-C472-7F65-28F0-D3A52790EFA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EE23960-07F4-41BA-AC03-F682D735A070}" type="datetimeFigureOut">
              <a:rPr kumimoji="1" lang="ja-JP" altLang="en-US" smtClean="0"/>
              <a:t>2026/6/13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7E83ED6-685B-D975-FD43-3D15E464CA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5678783-C04A-A644-5D15-31AE477CDE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D4C8353-CE8F-48F7-A43E-FEFFDBA378E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844110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microsoft.com/office/2007/relationships/hdphoto" Target="../media/hdphoto3.wdp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D6E2C3-EE21-6E16-1D17-F0A5750AF2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3DA2007A-4CD2-80EF-3A00-751651F82B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rcRect l="21952" t="22845" r="13439" b="1054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51541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8DD7C1-A4C4-D82F-92DC-4D727C8560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EE5AD110-97D4-6DAD-C14E-AACE4ADD8F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rcRect l="40085" t="29756" r="39041" b="48725"/>
          <a:stretch>
            <a:fillRect/>
          </a:stretch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26886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4D7F8C-880C-341B-2C52-CB08F532EF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243184ED-779F-5B8E-7B5C-8334B743588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rcRect l="52355" t="41095" r="5991" b="15963"/>
          <a:stretch>
            <a:fillRect/>
          </a:stretch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19308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F411172C-195E-3D50-82A8-796C296E64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766762"/>
            <a:ext cx="9753600" cy="5324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76775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2DC9DF-7592-2622-8505-832BC9BEA0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6BF63A94-3DDC-E646-8A15-08CA356C70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766762"/>
            <a:ext cx="9753600" cy="5324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95235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492A67-63BC-B784-967A-9A5C8BB6D2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4E915727-77D1-F73B-6167-511A89BEC0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766762"/>
            <a:ext cx="9753600" cy="5324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97090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6271BF-8525-4F58-7D69-3071AB1DF2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72CD4E96-FD9D-A9AC-4C3A-4D9C4DEF8E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766762"/>
            <a:ext cx="9753600" cy="5324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21086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896613-6F16-22AA-CF7D-36650CB7F5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D802FA2B-08BF-64F7-0815-8D4EC3034D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766762"/>
            <a:ext cx="9753600" cy="5324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78458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37A621-E656-22CE-A30F-8641BCE5E9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FE8C6210-90A6-4892-6B6F-4B4EBADCC0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766762"/>
            <a:ext cx="9753600" cy="5324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38728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88FEB2-6949-5811-91B8-E8FFC45E03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A0E1102D-30B0-F367-FD56-FF755D2EEC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766762"/>
            <a:ext cx="9753600" cy="5324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54815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A3B2A3-4673-B33C-38FE-21CD6083C8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345054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EFC5FB-29A1-2037-6A60-0077CB2FDC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899463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289160-6237-F294-6C41-E06BDBAC9F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685445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1</Words>
  <Application>Microsoft Office PowerPoint</Application>
  <PresentationFormat>ワイド画面</PresentationFormat>
  <Paragraphs>1</Paragraphs>
  <Slides>13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13</vt:i4>
      </vt:variant>
    </vt:vector>
  </HeadingPairs>
  <TitlesOfParts>
    <vt:vector size="17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正人 小竹</dc:creator>
  <cp:lastModifiedBy>正人 小竹</cp:lastModifiedBy>
  <cp:revision>8</cp:revision>
  <dcterms:created xsi:type="dcterms:W3CDTF">2026-06-13T12:19:14Z</dcterms:created>
  <dcterms:modified xsi:type="dcterms:W3CDTF">2026-06-13T12:46:39Z</dcterms:modified>
</cp:coreProperties>
</file>