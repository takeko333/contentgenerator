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670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BE892B9-C91E-7A98-E310-F261DE275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1500" r="1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F2FED0D-FF3B-4037-1A8A-0C69B17530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27" t="14751" r="14511" b="20845"/>
          <a:stretch>
            <a:fillRect/>
          </a:stretch>
        </p:blipFill>
        <p:spPr>
          <a:xfrm>
            <a:off x="-206477" y="0"/>
            <a:ext cx="12398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0C597D0-807B-3DF7-E599-9B47B89CF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47" t="21906" r="31223" b="21907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39D9F14-7A13-302A-D9D9-B7A410B0C2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42" t="12457" r="22941" b="317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5B2B143-E0C1-6DE1-469B-33CD35580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5" t="15989" r="799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590BB56-BFD5-B631-7FC3-364FE364B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E10611F-BBC4-5AEA-3A91-931CE1E7A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B1C7E27-8BF1-97C1-44B0-F09327582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27B03C3-EF1B-8ACA-F7FC-5FCF2FA7C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66A199A-6F31-5822-D0F9-FC467F8D0A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4C4CDD9-F029-3D4D-9157-1FB3F68A8D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4A77F12-F781-BFE0-CB89-09B183DB55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766761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1E9864F-15F9-8A33-AECE-D5DA2581A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879D2A-96DA-C2B2-5CA3-220237501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7A07B1B-2E7A-CAD4-B86F-A07A57795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B54CB10-69CA-9A56-0001-33E73F988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7973802-CE2D-A797-E4F0-2A11D16AD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A83867A-0C7F-23A4-CC2E-B3F3BB388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6</cp:revision>
  <dcterms:created xsi:type="dcterms:W3CDTF">2026-07-05T06:14:32Z</dcterms:created>
  <dcterms:modified xsi:type="dcterms:W3CDTF">2026-08-23T07:11:42Z</dcterms:modified>
</cp:coreProperties>
</file>