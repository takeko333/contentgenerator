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781" autoAdjust="0"/>
    <p:restoredTop sz="94660"/>
  </p:normalViewPr>
  <p:slideViewPr>
    <p:cSldViewPr snapToGrid="0">
      <p:cViewPr>
        <p:scale>
          <a:sx n="25" d="100"/>
          <a:sy n="25" d="100"/>
        </p:scale>
        <p:origin x="1676" y="10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2026/9/26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810EEED-090C-643A-DE75-C155AB59A7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78" t="35514" r="29277" b="159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4562622-A259-4C00-A030-10494DCD9B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52" t="39775" r="23670" b="125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9E044E6-B610-6255-F689-7099DC6A56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38" t="18756" r="8313" b="148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309AFA6-A43F-13E8-23CC-D1DE1DF9D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0B0B655-CF21-78F1-6A3D-FD567B054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1828AF1-4250-7D09-3034-32CB68C5C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71525"/>
            <a:ext cx="97536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3</cp:revision>
  <dcterms:created xsi:type="dcterms:W3CDTF">2026-07-05T06:14:32Z</dcterms:created>
  <dcterms:modified xsi:type="dcterms:W3CDTF">2026-09-26T07:24:41Z</dcterms:modified>
</cp:coreProperties>
</file>