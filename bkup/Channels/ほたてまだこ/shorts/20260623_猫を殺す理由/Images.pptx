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37" autoAdjust="0"/>
    <p:restoredTop sz="94660"/>
  </p:normalViewPr>
  <p:slideViewPr>
    <p:cSldViewPr snapToGrid="0">
      <p:cViewPr>
        <p:scale>
          <a:sx n="25" d="100"/>
          <a:sy n="25" d="100"/>
        </p:scale>
        <p:origin x="3546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8C774-630B-4A88-BE5F-834217DA16F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5238D-8E05-45B1-A01E-DD654EDA5B4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42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5238D-8E05-45B1-A01E-DD654EDA5B4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401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B70756-D411-CA66-BD4D-9B2F4D3A3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A15341B-CDE0-6A6B-CEF5-C53A3A40A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8A20C4-9F55-7B31-65E5-5C431403E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A8223E-010A-F798-5883-5790915AE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B1D050-CE7F-1BE3-8DA8-94836FEB0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2720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699A9-A64D-74F9-9732-29DE74B45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D2522F-DF5A-C66F-9BCC-E83F85111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5E1E85-4997-EF20-D533-A3EFB4204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CEB05F-9855-322B-FEAF-04F28FDD5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BA971D-F9E0-1B8C-2567-EC8B9AD50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7104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B35889-A51B-FD0B-F1F8-F355F678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953B4F-BDC5-0739-001D-5375F8DFE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7A9D9-C84D-281F-5B08-8F7AFFBC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ABA384-F702-0FBE-3CAB-4A85DD05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F80E6F-AF9B-51F8-5B8C-A1B1E7F3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85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155F2C-B93D-68E1-50BA-59AD8624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E1E83F-19E5-3BBD-69AA-B2E3DD692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A6460F-F804-C92B-2B1E-0F6B63D2A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82D36F-469C-47E2-2C77-132A16A19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267E8A-CD1C-6CAE-1048-59B112A5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8A7F95-0BCB-C75F-34CD-31392E8A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19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A558F-76EB-A15B-145B-32C0BA43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12D165-08F1-1D84-C4E5-E4EB217EE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275B561-1457-3960-37EA-BDC385C42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CE8FE4-55A0-8BCF-303D-5B549AAE4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38DBF9D-21F7-D06C-35ED-19332BB8B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D4EAFC-4A25-7E53-358D-B6644DC28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D5DDF9-4CCE-E903-78CA-14B3BC78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610C82D-B668-CC73-DED1-57E68328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851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AF87D-A5E5-9712-18A7-96576CC7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AA69F72-8575-7B8C-BB86-4C8C2AB6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A992D56-F46A-D1F9-D939-D17191D2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263C00-CA27-6F69-445D-EEC6FF16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0267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4A6ECAB-0A87-93FC-A427-30AF4922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1CBEA75-FF62-B4C2-E49C-B3DB5517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F632609-A574-E533-1790-60297FF3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66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4CAD73-A2DC-EBE6-9E42-A29AAC65B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FAFDF4-B48A-C8DE-E3B8-3383B8F18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8A828A-E0CC-DB13-FF04-7A241A0F5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2870DA-B137-A2AB-F1E1-DFACDCEA3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4154E0-0997-B3D9-EE71-E45829C5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9D0ED67-9088-1A72-F09C-39AD44BD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490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56A06-725F-5517-4B3B-3C61A1B7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821C17B-8F01-6087-02E8-067062CD1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295A77-697C-1B0B-16ED-CB2B74A0C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EC7570-2E61-0F34-2479-A56F8D05D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5B40F8-2430-2FDC-F7BD-E6410099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39383C-3001-F1FC-658B-9841966C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86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2D5C9D-870D-065E-DC55-9B20E468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9D1E8F-9B34-9661-DCF3-DC85C0C1F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76BBBB-85F9-0505-ED39-BC9D98BA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568B25-06B3-5E7B-537F-63B75C05F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F4F2BF-BC37-9FF8-658F-F92C07B14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27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4950D5F-536F-7C45-D60F-0CBBEE650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15F3B0B-05B7-6266-D0EC-7322BE539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84F4BF-245C-5211-1069-4FFEFF935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BF48A2-9465-4271-0038-2E18E8FEE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C5845D-3F05-5584-C1C8-BDE664AD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64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6D8296F-67E8-A4FC-DBBD-B6B96D24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040176-3FB8-A93D-A2FA-36EA3EFD5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6566F2-AE67-4DB6-6137-4401B20BC6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B5E15-59E7-492C-B05B-3881D41A684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3080BA-CDFF-F5A7-63F8-8C64309B5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FD8CA5-5C30-6551-7E25-3C8F264002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C59E2-5AC1-45BE-BB39-E7C3228C0A9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5912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38896C4-FFD7-E200-2B41-A64481933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40815" t="41302" r="20655" b="189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54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A254F-AE77-5381-61F2-6C7DE673F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D67067C-F1B7-90BC-AC71-415A78C1C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97" t="40171" r="26431" b="43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56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5C7BB-8C49-4E01-287E-12D90425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B9D9F3C-FCA3-FC41-404F-2FB9F0EC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5" t="30654" r="31225" b="306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791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654C-71A5-75A5-10FE-174D2AE1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11C0166-4790-4706-0E54-5FCECDB0B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49019" t="45062" r="20896" b="23938"/>
          <a:stretch>
            <a:fillRect/>
          </a:stretch>
        </p:blipFill>
        <p:spPr>
          <a:xfrm flipH="1">
            <a:off x="-2" y="-1"/>
            <a:ext cx="12192002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75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D4EF8-A7C8-00CD-D784-9466695A3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61077005-D2FB-3FED-24C1-248B149E0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53582" t="56889" r="29919" b="26110"/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29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6E874-C4AC-488D-C882-E2E5ACDC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218C5D7-A508-40AE-8D05-473E262E2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7441" t="49815" r="13855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70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F9D7-0A98-39FD-3463-BF5274FD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CD49D38-52CA-8612-AC3B-536739A8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89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BBD9-0A31-1323-7B1A-CB051982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2909339-0343-0520-F02D-97657A2D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0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6FA08-2393-5449-9A3E-86576808C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49A8493D-9B20-175D-F8F5-54560E7DF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938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F300F-7BB8-C919-FE68-6575002B3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DCF4CEA-55EC-9703-1454-45175F42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89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F18D-A4A8-253B-5055-DE0E2771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862A423-516B-7B37-DEAA-DD86FC703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55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E44B-6B36-6DA2-9CD2-4E8B5638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0DBEFA5-1CBB-3C07-B589-C9270861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10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169B-B9A2-3575-CA6F-34BCD077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7BD7692-037C-1459-2927-0BA4C343B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4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F3E85-AF85-5399-F4DF-9C6753212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64EA8DD-D1CE-B718-4773-FCDD275D6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3606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42F7-B5F5-1A11-97CE-3FB31069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B0F757E-9678-4241-C20C-6A6CA8D7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66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E7253-9785-E0FC-FA5F-41D3BB9AD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76C0DE0-2B1B-D59C-C716-3E2207CEB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</Words>
  <Application>Microsoft Office PowerPoint</Application>
  <PresentationFormat>ワイド画面</PresentationFormat>
  <Paragraphs>1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6</cp:revision>
  <dcterms:created xsi:type="dcterms:W3CDTF">2026-06-22T14:08:57Z</dcterms:created>
  <dcterms:modified xsi:type="dcterms:W3CDTF">2026-06-22T14:32:01Z</dcterms:modified>
</cp:coreProperties>
</file>