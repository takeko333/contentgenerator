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33" d="100"/>
          <a:sy n="33" d="100"/>
        </p:scale>
        <p:origin x="3558" y="16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A17AE05-1E10-14C7-ED03-F1CFA6A1F6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0916BE86-1F75-8FC7-E547-343E7B13AF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C6A8D95-2636-E75A-2E01-32794049C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52EE-CFBA-42F2-B65B-7C0B924AAACD}" type="datetimeFigureOut">
              <a:rPr kumimoji="1" lang="ja-JP" altLang="en-US" smtClean="0"/>
              <a:t>2026/8/26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6884185-0EB5-3D71-0D72-1D7F2C07BC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B2D94B9-6CC8-4A58-4FC6-3A102E6072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5DC5B-727D-46E5-AEF0-C3BD3E5542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024447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006C7BE-09D7-3CD2-C1D0-5A19F24180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EA480AD-AD1F-63EF-9C11-F0851C867D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420F65C-3C2F-4E74-F13B-B99AE2CBCF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52EE-CFBA-42F2-B65B-7C0B924AAACD}" type="datetimeFigureOut">
              <a:rPr kumimoji="1" lang="ja-JP" altLang="en-US" smtClean="0"/>
              <a:t>2026/8/26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A826860-13B0-B296-51C2-1E3D5E049E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5DE8BAB-3E40-5B61-77CE-CCE8648BD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5DC5B-727D-46E5-AEF0-C3BD3E5542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753473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CB398B6-A916-D226-9E99-2114586A4B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4658F53-3F6F-5CDC-516B-FA7E31C34F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3E088DA-9B32-D479-6770-7F2A18CEBD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52EE-CFBA-42F2-B65B-7C0B924AAACD}" type="datetimeFigureOut">
              <a:rPr kumimoji="1" lang="ja-JP" altLang="en-US" smtClean="0"/>
              <a:t>2026/8/26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5886B9E-1C36-23EB-5531-37BC0EB1F6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995D5C5-88AE-ECA2-AE59-B64950063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5DC5B-727D-46E5-AEF0-C3BD3E5542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988599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5796B52-8EE6-BEB3-5CB5-23092C6CA9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2EB51A2-B74C-3EB0-3604-4021F28070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E5670171-4E50-ECF2-9D35-0402923EDA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80CFD9E-FF42-E4D6-C66D-F4D08575E0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52EE-CFBA-42F2-B65B-7C0B924AAACD}" type="datetimeFigureOut">
              <a:rPr kumimoji="1" lang="ja-JP" altLang="en-US" smtClean="0"/>
              <a:t>2026/8/26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963BCF4D-993B-658D-77CA-F7F31B34CD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B49E997-2A2C-1803-12F1-415017EBC2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5DC5B-727D-46E5-AEF0-C3BD3E5542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363940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143C0D6-B12B-8B60-F63E-FD756C90C7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9984063-8788-DC59-DC92-8E1FCEE9EB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36553743-4733-91F3-6F88-848959EC35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F1F9126F-7F83-CFF0-AEAA-34CEB697B6F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524561F2-7A38-C82D-189C-B4B00C4A65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79210B7E-D49D-3FCE-DE1C-1C9E03EF81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52EE-CFBA-42F2-B65B-7C0B924AAACD}" type="datetimeFigureOut">
              <a:rPr kumimoji="1" lang="ja-JP" altLang="en-US" smtClean="0"/>
              <a:t>2026/8/26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63B70396-606B-30F8-5D8D-877E745199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81D39ECA-8129-17CB-C5BC-AB42689F3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5DC5B-727D-46E5-AEF0-C3BD3E5542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238137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28F2D17-6198-54BE-57EB-173E9D0BA7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7A303883-C2B9-CC2D-0B82-4F477AB1D5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52EE-CFBA-42F2-B65B-7C0B924AAACD}" type="datetimeFigureOut">
              <a:rPr kumimoji="1" lang="ja-JP" altLang="en-US" smtClean="0"/>
              <a:t>2026/8/26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222ADAFC-6AE0-5811-3EFD-D00626D44D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6299265F-04E1-42D3-829E-D24496AE0E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5DC5B-727D-46E5-AEF0-C3BD3E5542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216352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D669B026-2A13-01A2-42BA-BBEBB985D4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52EE-CFBA-42F2-B65B-7C0B924AAACD}" type="datetimeFigureOut">
              <a:rPr kumimoji="1" lang="ja-JP" altLang="en-US" smtClean="0"/>
              <a:t>2026/8/26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3BC72D02-F689-2976-F658-21026E2632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EDAE438F-F53F-6FB9-3A82-9804948532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5DC5B-727D-46E5-AEF0-C3BD3E5542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981000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BB16D81-5B8F-E032-B2B1-7A17A9D30F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AEF5C8C-18F7-D9AB-979B-3C5C54575C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B6E41F54-CF71-43A7-B44D-2A7CE6E77F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F0A2C2A-A16B-1C6A-4374-910577FB7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52EE-CFBA-42F2-B65B-7C0B924AAACD}" type="datetimeFigureOut">
              <a:rPr kumimoji="1" lang="ja-JP" altLang="en-US" smtClean="0"/>
              <a:t>2026/8/26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461618F-167A-A33D-9898-7058121C4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A924229-FFE0-EA9B-4C67-9DA86A311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5DC5B-727D-46E5-AEF0-C3BD3E5542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444118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3837A0D-F99C-AFE8-B568-DC92BEC3B8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D2C5D72C-D7CC-0C92-210C-CC4B2469EDE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8C595BD-4993-A458-89E5-19D0D3C6F4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38F30A9-3B08-333D-58AC-7820991DEC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52EE-CFBA-42F2-B65B-7C0B924AAACD}" type="datetimeFigureOut">
              <a:rPr kumimoji="1" lang="ja-JP" altLang="en-US" smtClean="0"/>
              <a:t>2026/8/26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C0C0888-679D-0884-9DE6-9F7BC92CBB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D1C651E-123D-DC1B-C728-C4CF4B07FB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5DC5B-727D-46E5-AEF0-C3BD3E5542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757330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F40DDAF-1AEB-844A-3EC7-C023301FBA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D21359E1-A819-4277-CC65-1C8FB47D9D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491BB02-92BD-CD66-3C0B-8290B41635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52EE-CFBA-42F2-B65B-7C0B924AAACD}" type="datetimeFigureOut">
              <a:rPr kumimoji="1" lang="ja-JP" altLang="en-US" smtClean="0"/>
              <a:t>2026/8/26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7341E2C-3E9B-DD55-B875-4A6D22D0B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8CE7A0F-BBE8-3FB5-7E7B-85A151B255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5DC5B-727D-46E5-AEF0-C3BD3E5542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775037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E33830BA-17F6-C47F-ADC0-7BC1592A73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67AF59B6-22B5-83EF-6C00-954CE8E2F0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53E7455-0201-8F49-5214-D5D532E602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52EE-CFBA-42F2-B65B-7C0B924AAACD}" type="datetimeFigureOut">
              <a:rPr kumimoji="1" lang="ja-JP" altLang="en-US" smtClean="0"/>
              <a:t>2026/8/26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88BE352-D83A-4DF9-7567-20E0F14136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EC60272-3250-B19F-9D4D-BC5DF7A258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5DC5B-727D-46E5-AEF0-C3BD3E5542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771849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ECF73C32-4CAE-2BB2-AF1D-733572144B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B82EF02-7658-7CD6-AE74-10B307D093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53C6C5A-8B21-B00A-1DAC-2F5892EBE2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5552EE-CFBA-42F2-B65B-7C0B924AAACD}" type="datetimeFigureOut">
              <a:rPr kumimoji="1" lang="ja-JP" altLang="en-US" smtClean="0"/>
              <a:t>2026/8/26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8287753-7DA9-3E79-4F61-690F9DE782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4FB11F2-3530-005B-3EFF-FE0D530C9D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B75DC5B-727D-46E5-AEF0-C3BD3E5542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022827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C7B3066F-47C0-3056-5422-AC5267C706D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95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16439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3D1F61-67F2-BAE0-F6BB-0228A4A8B3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214839B7-7806-EC48-16AE-FF52C78AC48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12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909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D4AF13-5221-E5A4-CBFC-9412B449F9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FFB02F6F-2433-0111-CA7B-05C664C219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66000"/>
                    </a14:imgEffect>
                  </a14:imgLayer>
                </a14:imgProps>
              </a:ext>
            </a:extLst>
          </a:blip>
          <a:srcRect l="19855" t="39634" r="28157" b="6797"/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14227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4350DD-640F-FD72-2EDD-0DFA849516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8FE367CE-9235-424B-AB6F-162BF3AE3E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66000"/>
                    </a14:imgEffect>
                  </a14:imgLayer>
                </a14:imgProps>
              </a:ext>
            </a:extLst>
          </a:blip>
          <a:srcRect r="312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75238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37B831-A7B7-17A8-56B6-D1925E450C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98B7BA71-4400-DDC2-F675-14D5FBB7A0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766762"/>
            <a:ext cx="9753600" cy="532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13257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DA8FCE-64E8-CF6D-78C8-FC579C0311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5D9A1EEA-E8CB-580D-899D-BA75847C7D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771525"/>
            <a:ext cx="9753600" cy="5314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16934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161EBE-B632-1CDB-85B1-2901363F1C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E872241A-7852-1EE2-FDDA-058E9399FD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766762"/>
            <a:ext cx="9753600" cy="5324475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025BC5D5-F698-5596-C4B9-8F5EA78E75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200" y="766762"/>
            <a:ext cx="9753600" cy="5324475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9417361E-EA43-AD22-8E01-4081617C8F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9200" y="766762"/>
            <a:ext cx="9753600" cy="532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79016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F0CFA5-E1FE-EC6F-C684-EA33AA9F81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5000C81B-8B8C-0924-EF40-0AC8595514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771525"/>
            <a:ext cx="9753600" cy="5314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61999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DED6CD-C698-C202-F225-62FBFD2D5F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447618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46ADCD-5087-AB83-C4FB-2802E71932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001425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0</Words>
  <Application>Microsoft Office PowerPoint</Application>
  <PresentationFormat>ワイド画面</PresentationFormat>
  <Paragraphs>0</Paragraphs>
  <Slides>10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10</vt:i4>
      </vt:variant>
    </vt:vector>
  </HeadingPairs>
  <TitlesOfParts>
    <vt:vector size="14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正人 小竹</dc:creator>
  <cp:lastModifiedBy>正人 小竹</cp:lastModifiedBy>
  <cp:revision>5</cp:revision>
  <dcterms:created xsi:type="dcterms:W3CDTF">2026-07-05T06:14:32Z</dcterms:created>
  <dcterms:modified xsi:type="dcterms:W3CDTF">2026-08-26T13:26:12Z</dcterms:modified>
</cp:coreProperties>
</file>