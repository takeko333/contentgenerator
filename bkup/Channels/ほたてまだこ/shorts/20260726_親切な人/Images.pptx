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22" autoAdjust="0"/>
    <p:restoredTop sz="94660"/>
  </p:normalViewPr>
  <p:slideViewPr>
    <p:cSldViewPr snapToGrid="0">
      <p:cViewPr>
        <p:scale>
          <a:sx n="33" d="100"/>
          <a:sy n="33" d="100"/>
        </p:scale>
        <p:origin x="282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8A94CED-45F3-1E4D-04DC-E791DB0C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80" t="25819" r="9837" b="1515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ADB84C-F9F7-45CD-8FCD-08DD5026F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11" t="8909" r="2101" b="165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9A0197-70E4-434B-4AAA-1E9B8C956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82" t="18437" r="14208" b="2529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2</cp:revision>
  <dcterms:created xsi:type="dcterms:W3CDTF">2026-07-05T06:14:32Z</dcterms:created>
  <dcterms:modified xsi:type="dcterms:W3CDTF">2026-07-25T17:41:25Z</dcterms:modified>
</cp:coreProperties>
</file>