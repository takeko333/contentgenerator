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4" r:id="rId4"/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>
        <p:scale>
          <a:sx n="33" d="100"/>
          <a:sy n="33" d="100"/>
        </p:scale>
        <p:origin x="351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B30AD-8E56-24D4-2885-C2EC1F860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72F3D3-F1D5-223D-5C48-EAFD4CA46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CEEE97-5972-E663-BEAB-2A95405D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0DC0B4-356D-D79F-E529-71142BEC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578B80-B3E1-941B-7AA1-B8FE2D07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979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46E23-A465-CB67-4CEA-5ED7CF76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F8E61F-504D-67B9-F87F-0D6441CB7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D10EAE-8829-429F-1B1C-E5AF569B7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05380C-8725-903C-94A2-1E8ECB4A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FB12E1-0B98-DF29-3C1E-9AD23D6E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51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D1A6A-B87C-BFA4-E471-6D3E988C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51089D-7655-0580-0E07-4DA0179A9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3D3093-A24D-2442-D35C-9972C006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F9BE82-9885-363F-9CF7-D5D5BEF2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EEE5AD-1E32-76D2-206C-ADAF5782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49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9A57A-2E8B-E69C-3F87-38983DF8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B2D29F-3C75-2545-DEDC-B41E31D27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626CDF-B34D-0261-A225-B69B0FA1D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9DFEC4-1B13-DD22-2B80-01A2EFC9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CD054E-6748-162B-39E7-03406EEB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56FD95-0CAE-0E65-EDD8-74BD5584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06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9DED89-3A07-7270-5DC7-C4DDDA4A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8F77BE-72B1-B520-B553-758C5C40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5BEF10-8802-0B74-960B-C26ED7D86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F5F37D-D676-1688-540F-B3B32EED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F1C6BF-E8C2-9AC9-674F-B61B29130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83D6EE-661B-5D5E-0CD4-1F254AD7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172E9B-2248-708D-49DE-C3DE9ED2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5288D4A-19F8-86FC-2BA2-073308CE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31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AD382-54A0-0CF2-941C-F94FED06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D49C2F3-450A-63AB-D8FD-C7DD4347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DF849A-7DC2-44BF-0A56-0CC2749E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CDF769-731C-5612-10DB-522C926A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08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6C37BF-BC55-8DC3-3523-B59C75AD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25C9CA-8040-0D06-1CF3-641639A8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F2B8DE-ED63-542B-8B9E-ABCBEE9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38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6B14BA-4241-D9AD-3AD1-F82A4818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3AAFB2-6AB8-BDE5-0714-3F7EABC0F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25CE5B-9FE6-B0E9-3397-AD0E05605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5E7FCA-37AD-26C4-66E0-C2BD1DBB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1125A8-DD9A-4F8B-B55F-0A3404BC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249B4B-FA40-A5D2-B689-C1BCFF86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42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BED7C-C86A-D501-E51F-AF0C0E85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7222695-0250-5AFD-3B28-EAA8364CC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60C615-2856-40EE-CBF0-2E3883B60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1D17D9-3689-A47F-BE70-A58643B0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7A646D-C2B2-5E81-29ED-609888B5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986661-C3CA-F977-1DB7-1B5D6681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3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B356B-CA3F-CB57-7DD9-0B0282F7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228B1C-3925-A7FF-297F-AA3FF9D5E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63A56A-80CE-706E-0624-530B525F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FADEA5-CFDC-CC8E-AE83-995A1FC8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79CBD4-9D7D-50E3-3783-E7179B6E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86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332713-E7D8-0849-E23C-89AF2726E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128072-033C-506A-0861-515CA3D5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816F27-8A5C-9FA1-2197-6AF1E9E1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11FEB0-EC8A-7E62-48FB-CC6B903B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8A1512-88A4-3164-9ECF-4A09558B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95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512DB9-E2AA-8089-7EDD-07572586D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A365AC-3D51-F8CF-3C00-53EC6582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1810D9-265B-C6D5-FFA8-B74D142E3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384D4-074E-4644-979D-905796D1B39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CD8D6-C8B4-DC1F-ED0A-A7323D83F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A3719E-ABFC-2731-A49B-0F85C85DB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0B6A5-2B54-4DB4-B424-AFCBD07B2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45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C64A-9474-E31B-7C59-49272159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3C8FD4-6E5B-331F-D85F-7AA14C0C1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-1" t="26967" r="49631" b="21106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6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E682-BF7C-172A-0C37-AE13339E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8E66094-93A1-2F26-D604-922FD705D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11193" t="9993" r="11193" b="99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8769-975E-3047-94FB-B8C37BB3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563D410-69F2-A5CE-8631-60C27B109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12154" t="38614" r="56182" b="287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1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B25AC04-0DDB-FCAB-302A-C8036404F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791B-BB3B-72D5-6C93-40AA0BD7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FBC5E45-2082-4E31-12CD-B2D20DCB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5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67100-FE43-B64A-DD98-8391D141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1DEF4D6-7EE9-87DF-591F-FED49D59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2D77-7711-96CB-2634-69FBDCBF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37156CD-0A91-CF1C-6984-DE380C01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9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F54BF-4E73-F6A1-9E0D-F3EE1F6D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342FB00-2509-B935-C997-0403CF072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6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4DC85-4FC4-C00A-AC78-F43EA816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5816016-60A1-E661-691C-95E7366B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6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ワイド画面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2026-06-13T05:17:31Z</dcterms:created>
  <dcterms:modified xsi:type="dcterms:W3CDTF">2026-06-13T05:26:58Z</dcterms:modified>
</cp:coreProperties>
</file>