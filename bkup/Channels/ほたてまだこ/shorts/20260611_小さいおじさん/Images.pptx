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874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3D48F1-39B1-6886-08C4-5165C647D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27B2756-CB97-6CD9-2E8D-F7AD23690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AA8563-860B-E02E-82D6-54241DBD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E3B09F-9533-A760-90EE-C6EE73AA1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7842DE-7701-6E96-CCA2-18AB390D9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671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335B3-AB60-52AF-D6C4-D287C365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3A5F5D-D628-A105-68D7-1BAF54672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115BC0-0452-5461-F9FB-5FA758CA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2CB79F-7FDD-CF4B-E607-2F348281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B33767-516D-5690-0C56-EF74E1ED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72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4BB681-7095-B784-A554-16BD70B61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64F1F5-C6AA-60A4-D392-CCF3113C0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646DB3-2790-3169-707A-24DB7ED2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0F6072-7510-ED6B-DEDA-F51CB9E9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A462DC-50B2-FF4E-6207-05E2986D3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271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389403-B9D3-A448-EC3C-57274BED0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E10AE7-51A2-D2F4-E3EF-30ABF9681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7677A2-DE8D-6C20-A217-339C14D93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DB9D89-3454-0722-3C3C-08CAA14A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3A520B-AA87-AA22-1FD5-33B6E736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F5668F-F7E1-565A-35CC-B4440258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55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FACF7F-86EE-6D18-C446-93162D6B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5F8364-93E0-AC33-6C09-D93A13B40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6AE09A-B525-582E-4F10-6E7AF09C1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3BFA89A-FCE7-A495-A451-9DE9A580B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8910A66-D426-2699-8931-E8EC334D2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69A13A-D073-B64C-ACCF-637A0C19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E14210A-5AC7-60AE-D162-A3614A16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F51DD7B-18C6-CCE7-BDE1-55C1B7AE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11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D3DA5-7BD0-BA75-7A96-67A40052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4A94985-F92D-A10A-7D53-5166BEEB3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BA515A5-AD3F-AB70-4710-9B58967B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54DCE89-2DB7-8BDC-F661-55679DB6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9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FCEACF3-3854-F99A-5990-79620BC22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FB95074-242E-3D01-99E0-7B9A452A8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236B84-EF44-1C7C-21A9-D5F632EE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63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99F9FE-5624-2796-34AB-5262E0359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93B589-B953-A843-DE1E-E885CB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7B5915-F131-9F56-20B8-7E9B7F209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2CAA30-8CA0-A2B5-3940-B09861170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7A46A9-3971-BAC3-A1F3-E7DF1845F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010A64-8E87-364D-B723-8FF2A047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39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6A3E6E-38B4-6E1F-EE4E-60B031E74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28057B1-FF52-F93E-D913-0D1DE6283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4DCF2C-3C22-A028-4B76-2F327800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2E59BF-7BAB-346B-6574-481B53A2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5D513A-982A-DA38-080B-EA494309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A6EEAE-8F8D-7354-37E4-1E4525D1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43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0EDDCA-FE73-8AA7-EB94-3704CAA3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550BFD4-F15D-7771-BA1A-29952975C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0CBAC4-9B82-20A8-E841-6A293200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877693-30BD-9087-23E4-E7922249C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4F4054-6825-B683-0DEA-99A75A1C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13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555E9BF-112F-F047-1E99-7FD59F65C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92C429-0C3D-9428-58B2-100D2058F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FE0C99-0314-B2FB-519C-FD99AD59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EBD61B-B5D0-D182-7770-3E04CAEF0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B5A3E1-9658-E70C-3E57-70527142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42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575246F-5454-5036-EE91-313FD7D4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19D208-0682-49CA-7D33-1CEFA50F0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85E93A-B33F-BD32-ED68-6091662A3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FD402-A186-4C7F-969F-9DDE6E9CF839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D5D694-B29F-75FE-029A-769AB5C62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7282F0-8E11-0539-89E3-EB9DAEA04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D0BF5-3DD6-46BE-80E0-C1F88C1CFE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668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3A60A64-080C-3B1D-FCB0-9FB506440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r="6706" b="3868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41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61C3-A497-AE62-514B-91CE5887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AD74017-E9CC-7A5A-0366-AAE5535C9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28282" t="38581" r="28281" b="1666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06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B00E-B6C0-1610-D468-D8BB9BDB1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8902FED-04EA-4BED-2F78-BFB816F70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4" t="30158" r="10436" b="1334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25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5554B-0D96-778A-CB71-EC258B1B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CDB7368-4A74-D7B9-7F2A-37D841F8A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28581" t="17395" r="8133" b="1739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2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E9163-DA3D-84F2-EAA6-3C26100F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475F617-D3B3-D7F0-B9DD-69BBA36CE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353" b="123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03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07615-E765-3668-34FC-28CC0030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B08E1BF-026C-489D-8019-B689653DD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353" b="123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72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ワイド画面</PresentationFormat>
  <Paragraphs>0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2026-06-10T10:20:48Z</dcterms:created>
  <dcterms:modified xsi:type="dcterms:W3CDTF">2026-06-10T10:41:30Z</dcterms:modified>
</cp:coreProperties>
</file>