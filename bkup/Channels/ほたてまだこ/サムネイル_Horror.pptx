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60" r:id="rId2"/>
    <p:sldId id="341" r:id="rId3"/>
    <p:sldId id="361" r:id="rId4"/>
    <p:sldId id="365" r:id="rId5"/>
    <p:sldId id="364" r:id="rId6"/>
    <p:sldId id="363" r:id="rId7"/>
    <p:sldId id="362" r:id="rId8"/>
    <p:sldId id="357" r:id="rId9"/>
    <p:sldId id="359" r:id="rId10"/>
    <p:sldId id="356" r:id="rId11"/>
    <p:sldId id="354" r:id="rId12"/>
    <p:sldId id="346" r:id="rId13"/>
    <p:sldId id="343" r:id="rId14"/>
    <p:sldId id="351" r:id="rId15"/>
    <p:sldId id="344" r:id="rId16"/>
    <p:sldId id="34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41"/>
            <p14:sldId id="361"/>
          </p14:sldIdLst>
        </p14:section>
        <p14:section name="公開済み" id="{B57027CF-4506-4278-9BB0-3BC7927B9DC6}">
          <p14:sldIdLst>
            <p14:sldId id="365"/>
            <p14:sldId id="364"/>
            <p14:sldId id="363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37" autoAdjust="0"/>
    <p:restoredTop sz="96242" autoAdjust="0"/>
  </p:normalViewPr>
  <p:slideViewPr>
    <p:cSldViewPr snapToGrid="0">
      <p:cViewPr>
        <p:scale>
          <a:sx n="33" d="100"/>
          <a:sy n="33" d="100"/>
        </p:scale>
        <p:origin x="3270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DFC7B-7260-D5F0-E10B-9C418786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4AD4E4D9-12DC-6628-F987-A286A6D49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2313" t="48461" r="37670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B9AB524-6013-8988-35FA-5113511B6797}"/>
              </a:ext>
            </a:extLst>
          </p:cNvPr>
          <p:cNvSpPr>
            <a:spLocks/>
          </p:cNvSpPr>
          <p:nvPr/>
        </p:nvSpPr>
        <p:spPr>
          <a:xfrm flipH="1">
            <a:off x="362645" y="5038482"/>
            <a:ext cx="11348547" cy="18195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8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についての</a:t>
            </a:r>
            <a:r>
              <a:rPr lang="ja-JP" altLang="en-US" sz="10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怖</a:t>
            </a:r>
            <a:r>
              <a:rPr lang="ja-JP" altLang="en-US" sz="9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  </a:t>
            </a:r>
            <a:r>
              <a:rPr lang="ja-JP" altLang="en-US" sz="8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9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   </a:t>
            </a:r>
            <a:r>
              <a:rPr lang="ja-JP" altLang="en-US" sz="10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話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7" name="グラフィックス 16" descr="しぶき">
            <a:extLst>
              <a:ext uri="{FF2B5EF4-FFF2-40B4-BE49-F238E27FC236}">
                <a16:creationId xmlns:a16="http://schemas.microsoft.com/office/drawing/2014/main" id="{3FEC54D2-B33D-B3D8-03D5-689CD6CDFB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25414" y="4229100"/>
            <a:ext cx="2628900" cy="2628900"/>
          </a:xfrm>
          <a:prstGeom prst="rect">
            <a:avLst/>
          </a:prstGeom>
          <a:effectLst>
            <a:glow rad="317500">
              <a:schemeClr val="tx1"/>
            </a:glow>
          </a:effectLst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003D9D2-0D9B-4EFA-9009-9A80B8F35C76}"/>
              </a:ext>
            </a:extLst>
          </p:cNvPr>
          <p:cNvSpPr/>
          <p:nvPr/>
        </p:nvSpPr>
        <p:spPr>
          <a:xfrm>
            <a:off x="7768537" y="5038483"/>
            <a:ext cx="3942655" cy="14766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全</a:t>
            </a:r>
            <a:r>
              <a:rPr lang="ja-JP" altLang="en-US" sz="4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 </a:t>
            </a:r>
            <a:r>
              <a:rPr lang="en-US" altLang="ja-JP" sz="10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5</a:t>
            </a:r>
            <a:r>
              <a:rPr lang="ja-JP" altLang="en-US" sz="4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 </a:t>
            </a:r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話</a:t>
            </a:r>
            <a:endParaRPr kumimoji="1" lang="ja-JP" altLang="en-US" sz="40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B68221-985D-FCC0-F748-A157CFCCFDE1}"/>
              </a:ext>
            </a:extLst>
          </p:cNvPr>
          <p:cNvSpPr>
            <a:spLocks/>
          </p:cNvSpPr>
          <p:nvPr/>
        </p:nvSpPr>
        <p:spPr>
          <a:xfrm flipH="1">
            <a:off x="362645" y="2883369"/>
            <a:ext cx="10605598" cy="2893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垂</a:t>
            </a:r>
            <a:r>
              <a:rPr lang="ja-JP" altLang="en-US" sz="10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下</a:t>
            </a:r>
            <a:r>
              <a:rPr lang="ja-JP" altLang="en-US" sz="10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がる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髪</a:t>
            </a:r>
            <a:endParaRPr lang="en-US" altLang="ja-JP" sz="12500" b="1" spc="-2000" dirty="0">
              <a:gradFill>
                <a:gsLst>
                  <a:gs pos="0">
                    <a:srgbClr val="FF0000"/>
                  </a:gs>
                  <a:gs pos="100000">
                    <a:srgbClr val="000000"/>
                  </a:gs>
                </a:gsLst>
                <a:lin ang="5400000" scaled="1"/>
              </a:gra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0" name="グラフィックス 9" descr="しぶき">
            <a:extLst>
              <a:ext uri="{FF2B5EF4-FFF2-40B4-BE49-F238E27FC236}">
                <a16:creationId xmlns:a16="http://schemas.microsoft.com/office/drawing/2014/main" id="{E888FF67-DEA6-E61D-AC15-520924AC17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F2F5249-4546-CFCD-58DC-6CCAF59F9B0F}"/>
              </a:ext>
            </a:extLst>
          </p:cNvPr>
          <p:cNvSpPr/>
          <p:nvPr/>
        </p:nvSpPr>
        <p:spPr>
          <a:xfrm>
            <a:off x="500323" y="513645"/>
            <a:ext cx="7268214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怖い話まとめ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926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5A7BE94A-9396-D8D4-DB44-4DA9CF88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16" t="13728" r="14816" b="13728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-275765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トイレ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たか子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さん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9C911-843C-D604-B3D9-7863D0317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6F55F8-83E1-7C12-683A-E0422DA21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0295" t="53841" r="24909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0192314-7DC0-6D2E-0290-1755CBC479B3}"/>
              </a:ext>
            </a:extLst>
          </p:cNvPr>
          <p:cNvSpPr>
            <a:spLocks/>
          </p:cNvSpPr>
          <p:nvPr/>
        </p:nvSpPr>
        <p:spPr>
          <a:xfrm flipH="1">
            <a:off x="-13879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異常な水死体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213BBB0-D65E-8602-327B-61F7EFD91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38FE815-F457-6FDC-5603-3572D935ACA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460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DDC-0037-BF4C-0218-D1250799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02F5C0-82FB-228D-9BE0-95A2CD9D6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9353" t="11183" r="19353" b="25659"/>
          <a:stretch>
            <a:fillRect/>
          </a:stretch>
        </p:blipFill>
        <p:spPr>
          <a:xfrm>
            <a:off x="1" y="-2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4F5A28-465B-9A54-0788-6EFE989BFA3D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地元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特級呪物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D2B552D-941B-0A92-EC61-8E763AC19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7EE7E6-BAE9-A279-7CD8-8FC335AE2B0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333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B11-8934-897C-CF45-BA9DE04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F74B6DE-241D-0913-5CD1-114BCF7852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4" t="17613" r="1666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11F4DD9-F6CA-2DCE-6788-DDA78DC21E04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D7F54FCC-76E7-EEF3-C7D7-A48F7A0B3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480640B-1A6D-8956-9F05-202DAA91200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963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2310</TotalTime>
  <Words>162</Words>
  <Application>Microsoft Office PowerPoint</Application>
  <PresentationFormat>ワイド画面</PresentationFormat>
  <Paragraphs>45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367</cp:revision>
  <dcterms:created xsi:type="dcterms:W3CDTF">2025-04-10T13:53:11Z</dcterms:created>
  <dcterms:modified xsi:type="dcterms:W3CDTF">2026-10-24T07:44:39Z</dcterms:modified>
</cp:coreProperties>
</file>