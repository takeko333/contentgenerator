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2"/>
    <p:sldId id="345" r:id="rId3"/>
    <p:sldId id="354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3"/>
            <p14:sldId id="345"/>
          </p14:sldIdLst>
        </p14:section>
        <p14:section name="公開済み" id="{B57027CF-4506-4278-9BB0-3BC7927B9DC6}">
          <p14:sldIdLst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94" autoAdjust="0"/>
    <p:restoredTop sz="96242" autoAdjust="0"/>
  </p:normalViewPr>
  <p:slideViewPr>
    <p:cSldViewPr snapToGrid="0">
      <p:cViewPr>
        <p:scale>
          <a:sx n="66" d="100"/>
          <a:sy n="66" d="100"/>
        </p:scale>
        <p:origin x="2514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20" t="22565" r="23120" b="22040"/>
          <a:stretch>
            <a:fillRect/>
          </a:stretch>
        </p:blipFill>
        <p:spPr>
          <a:xfrm>
            <a:off x="-1" y="-1"/>
            <a:ext cx="12192001" cy="685800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父を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呪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●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す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2" y="4765251"/>
            <a:ext cx="12191999" cy="20927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あれは人間じゃない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53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275</cp:revision>
  <dcterms:created xsi:type="dcterms:W3CDTF">2025-04-10T13:53:11Z</dcterms:created>
  <dcterms:modified xsi:type="dcterms:W3CDTF">2026-09-29T11:07:28Z</dcterms:modified>
</cp:coreProperties>
</file>