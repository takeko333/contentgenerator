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60" r:id="rId2"/>
    <p:sldId id="355" r:id="rId3"/>
    <p:sldId id="358" r:id="rId4"/>
    <p:sldId id="359" r:id="rId5"/>
    <p:sldId id="357" r:id="rId6"/>
    <p:sldId id="356" r:id="rId7"/>
    <p:sldId id="354" r:id="rId8"/>
    <p:sldId id="346" r:id="rId9"/>
    <p:sldId id="343" r:id="rId10"/>
    <p:sldId id="351" r:id="rId11"/>
    <p:sldId id="344" r:id="rId12"/>
    <p:sldId id="34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60"/>
            <p14:sldId id="355"/>
            <p14:sldId id="358"/>
            <p14:sldId id="359"/>
            <p14:sldId id="357"/>
          </p14:sldIdLst>
        </p14:section>
        <p14:section name="公開済み" id="{B57027CF-4506-4278-9BB0-3BC7927B9DC6}">
          <p14:sldIdLst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F1E8E377-CEA0-EB59-6423-E20EE14D0A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0253D31-A845-8742-84AD-73C3B16716A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4185502" y="1037505"/>
            <a:ext cx="6096000" cy="58204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一本足の老婆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9944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F3C6-67E7-1B1B-00CE-11B51DAF2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14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あああ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1917</TotalTime>
  <Words>93</Words>
  <Application>Microsoft Office PowerPoint</Application>
  <PresentationFormat>ワイド画面</PresentationFormat>
  <Paragraphs>32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310</cp:revision>
  <dcterms:created xsi:type="dcterms:W3CDTF">2025-04-10T13:53:11Z</dcterms:created>
  <dcterms:modified xsi:type="dcterms:W3CDTF">2026-10-05T08:23:30Z</dcterms:modified>
</cp:coreProperties>
</file>