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45" r:id="rId2"/>
    <p:sldId id="348" r:id="rId3"/>
    <p:sldId id="352" r:id="rId4"/>
    <p:sldId id="353" r:id="rId5"/>
    <p:sldId id="350" r:id="rId6"/>
    <p:sldId id="346" r:id="rId7"/>
    <p:sldId id="343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6242" autoAdjust="0"/>
  </p:normalViewPr>
  <p:slideViewPr>
    <p:cSldViewPr snapToGrid="0">
      <p:cViewPr>
        <p:scale>
          <a:sx n="33" d="100"/>
          <a:sy n="33" d="100"/>
        </p:scale>
        <p:origin x="3462" y="1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60" b="45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17989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みてみてみてみて</a:t>
            </a:r>
            <a:endParaRPr lang="en-US" altLang="ja-JP" sz="13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E13EC-F40E-4EFB-9916-12C34A53E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2007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967CB-9F90-8433-0E29-FD91C3CB1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57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928C2-51B5-277B-EA29-7275355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6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27ECA-274C-FBD0-7F7E-D9B4A9746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8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31C214F-652A-A2F0-4712-22C2DE9D8EF0}"/>
              </a:ext>
            </a:extLst>
          </p:cNvPr>
          <p:cNvSpPr>
            <a:spLocks/>
          </p:cNvSpPr>
          <p:nvPr/>
        </p:nvSpPr>
        <p:spPr>
          <a:xfrm flipH="1">
            <a:off x="-1" y="5102941"/>
            <a:ext cx="12191999" cy="17550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 あれは人間じゃない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永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遠に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いて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1620</TotalTime>
  <Words>41</Words>
  <Application>Microsoft Office PowerPoint</Application>
  <PresentationFormat>ワイド画面</PresentationFormat>
  <Paragraphs>12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247</cp:revision>
  <dcterms:created xsi:type="dcterms:W3CDTF">2025-04-10T13:53:11Z</dcterms:created>
  <dcterms:modified xsi:type="dcterms:W3CDTF">2026-09-27T08:23:10Z</dcterms:modified>
</cp:coreProperties>
</file>