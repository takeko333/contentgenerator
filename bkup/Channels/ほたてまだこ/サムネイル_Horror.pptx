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2"/>
    <p:sldId id="345" r:id="rId3"/>
    <p:sldId id="354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3"/>
            <p14:sldId id="345"/>
          </p14:sldIdLst>
        </p14:section>
        <p14:section name="公開済み" id="{B57027CF-4506-4278-9BB0-3BC7927B9DC6}">
          <p14:sldIdLst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74" d="100"/>
          <a:sy n="74" d="100"/>
        </p:scale>
        <p:origin x="2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41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276</cp:revision>
  <dcterms:created xsi:type="dcterms:W3CDTF">2025-04-10T13:53:11Z</dcterms:created>
  <dcterms:modified xsi:type="dcterms:W3CDTF">2026-10-02T08:23:52Z</dcterms:modified>
</cp:coreProperties>
</file>