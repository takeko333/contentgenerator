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60" r:id="rId2"/>
    <p:sldId id="357" r:id="rId3"/>
    <p:sldId id="359" r:id="rId4"/>
    <p:sldId id="356" r:id="rId5"/>
    <p:sldId id="354" r:id="rId6"/>
    <p:sldId id="346" r:id="rId7"/>
    <p:sldId id="343" r:id="rId8"/>
    <p:sldId id="351" r:id="rId9"/>
    <p:sldId id="344" r:id="rId10"/>
    <p:sldId id="34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>
            <p14:sldId id="357"/>
          </p14:sldIdLst>
        </p14:section>
        <p14:section name="公開済み" id="{B57027CF-4506-4278-9BB0-3BC7927B9DC6}">
          <p14:sldIdLst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294" autoAdjust="0"/>
    <p:restoredTop sz="96242" autoAdjust="0"/>
  </p:normalViewPr>
  <p:slideViewPr>
    <p:cSldViewPr snapToGrid="0">
      <p:cViewPr>
        <p:scale>
          <a:sx n="75" d="100"/>
          <a:sy n="75" d="100"/>
        </p:scale>
        <p:origin x="1818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一本足の老婆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60727C9-888F-039B-C1A0-928624C30769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押入れの生首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17989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会社にいる幽霊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BA3E9042-E2B4-4A28-C0EF-4372D2472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2DD0C06-2BE0-7810-1C40-54DA8DC68B53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E7761C88-877D-E32A-2420-12A15B7B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84DAF6-96B6-16A4-8769-4D89D6C2FAAB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CD29FDB8-6E21-6E90-C371-9763DC5F1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993976-5596-5908-CA71-25429B3E5C3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1971</TotalTime>
  <Words>95</Words>
  <Application>Microsoft Office PowerPoint</Application>
  <PresentationFormat>ワイド画面</PresentationFormat>
  <Paragraphs>32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315</cp:revision>
  <dcterms:created xsi:type="dcterms:W3CDTF">2025-04-10T13:53:11Z</dcterms:created>
  <dcterms:modified xsi:type="dcterms:W3CDTF">2026-10-06T11:47:20Z</dcterms:modified>
</cp:coreProperties>
</file>