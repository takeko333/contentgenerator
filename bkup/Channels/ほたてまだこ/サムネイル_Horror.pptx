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53" r:id="rId2"/>
    <p:sldId id="345" r:id="rId3"/>
    <p:sldId id="354" r:id="rId4"/>
    <p:sldId id="346" r:id="rId5"/>
    <p:sldId id="343" r:id="rId6"/>
    <p:sldId id="351" r:id="rId7"/>
    <p:sldId id="344" r:id="rId8"/>
    <p:sldId id="342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作成中" id="{0603C16C-4B37-4E3F-9F8D-57405CA1E500}">
          <p14:sldIdLst>
            <p14:sldId id="353"/>
            <p14:sldId id="345"/>
          </p14:sldIdLst>
        </p14:section>
        <p14:section name="公開済み" id="{B57027CF-4506-4278-9BB0-3BC7927B9DC6}">
          <p14:sldIdLst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94" autoAdjust="0"/>
    <p:restoredTop sz="96242" autoAdjust="0"/>
  </p:normalViewPr>
  <p:slideViewPr>
    <p:cSldViewPr snapToGrid="0">
      <p:cViewPr varScale="1">
        <p:scale>
          <a:sx n="74" d="100"/>
          <a:sy n="74" d="100"/>
        </p:scale>
        <p:origin x="28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928C2-51B5-277B-EA29-72753550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F7786E3-6266-20EF-01D4-736168383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r="36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A2A961-DB7B-AAFB-3EC1-45DF4AEB595A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失明する家系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4A31CD2B-4484-B8BF-4BC8-31438FB49A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7602B32-A113-43F3-8C0B-9349524593B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79686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8B163-8652-7488-518A-95640F9F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3B4D521-6A6B-4AC8-A4AF-3B3DC3B03D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60" b="450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E58AA867-9713-0B6E-47C5-94FD8474A7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2A7E823-34CC-DDCB-BA42-567EC0A58DA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67960B0-63E1-A7AC-24D2-004EC80512EA}"/>
              </a:ext>
            </a:extLst>
          </p:cNvPr>
          <p:cNvSpPr>
            <a:spLocks/>
          </p:cNvSpPr>
          <p:nvPr/>
        </p:nvSpPr>
        <p:spPr>
          <a:xfrm flipH="1">
            <a:off x="-117989" y="4214949"/>
            <a:ext cx="12192000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3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みてみてみてみて</a:t>
            </a:r>
            <a:endParaRPr lang="en-US" altLang="ja-JP" sz="13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03521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01" t="22565" r="17801" b="11079"/>
          <a:stretch>
            <a:fillRect/>
          </a:stretch>
        </p:blipFill>
        <p:spPr>
          <a:xfrm>
            <a:off x="0" y="-1"/>
            <a:ext cx="12191998" cy="6858001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2A67ED50-140A-3904-8D0F-CBBEACA22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0C995C0-025C-CAF0-6178-021E6DAC130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私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も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家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れて？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憑いて来る女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鬼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が来るよ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64AF55-5A68-15F3-0782-71BDBE50CBE3}"/>
              </a:ext>
            </a:extLst>
          </p:cNvPr>
          <p:cNvSpPr txBox="1"/>
          <p:nvPr/>
        </p:nvSpPr>
        <p:spPr>
          <a:xfrm>
            <a:off x="-163902" y="2458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1784</TotalTime>
  <Words>47</Words>
  <Application>Microsoft Office PowerPoint</Application>
  <PresentationFormat>ワイド画面</PresentationFormat>
  <Paragraphs>16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274</cp:revision>
  <dcterms:created xsi:type="dcterms:W3CDTF">2025-04-10T13:53:11Z</dcterms:created>
  <dcterms:modified xsi:type="dcterms:W3CDTF">2026-10-02T06:02:59Z</dcterms:modified>
</cp:coreProperties>
</file>