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43" r:id="rId2"/>
    <p:sldId id="346" r:id="rId3"/>
    <p:sldId id="345" r:id="rId4"/>
    <p:sldId id="347" r:id="rId5"/>
    <p:sldId id="349" r:id="rId6"/>
    <p:sldId id="348" r:id="rId7"/>
    <p:sldId id="350" r:id="rId8"/>
    <p:sldId id="351" r:id="rId9"/>
    <p:sldId id="344" r:id="rId10"/>
    <p:sldId id="34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160" autoAdjust="0"/>
    <p:restoredTop sz="96242" autoAdjust="0"/>
  </p:normalViewPr>
  <p:slideViewPr>
    <p:cSldViewPr snapToGrid="0">
      <p:cViewPr>
        <p:scale>
          <a:sx n="50" d="100"/>
          <a:sy n="50" d="100"/>
        </p:scale>
        <p:origin x="2556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34" t="33105" r="23134" b="11528"/>
          <a:stretch>
            <a:fillRect/>
          </a:stretch>
        </p:blipFill>
        <p:spPr>
          <a:xfrm>
            <a:off x="-1" y="-3"/>
            <a:ext cx="12192001" cy="6858003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1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異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常な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供がいる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772EBA85-9739-F8FD-9601-79D68C965B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45" t="8602" r="9845" b="8602"/>
          <a:stretch>
            <a:fillRect/>
          </a:stretch>
        </p:blipFill>
        <p:spPr>
          <a:xfrm>
            <a:off x="-1" y="-3"/>
            <a:ext cx="12191999" cy="6858003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31C214F-652A-A2F0-4712-22C2DE9D8EF0}"/>
              </a:ext>
            </a:extLst>
          </p:cNvPr>
          <p:cNvSpPr>
            <a:spLocks/>
          </p:cNvSpPr>
          <p:nvPr/>
        </p:nvSpPr>
        <p:spPr>
          <a:xfrm flipH="1">
            <a:off x="-1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聞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こえたら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終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わり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3B4D521-6A6B-4AC8-A4AF-3B3DC3B0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6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E58AA867-9713-0B6E-47C5-94FD8474A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2A7E823-34CC-DDCB-BA42-567EC0A58DA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7960B0-63E1-A7AC-24D2-004EC80512EA}"/>
              </a:ext>
            </a:extLst>
          </p:cNvPr>
          <p:cNvSpPr>
            <a:spLocks/>
          </p:cNvSpPr>
          <p:nvPr/>
        </p:nvSpPr>
        <p:spPr>
          <a:xfrm flipH="1">
            <a:off x="-1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こっちを見ろ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BAD15-FF5A-C2AA-EAF7-6742B8F12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382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C423C-C928-5464-AB23-2920C510E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8776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E13EC-F40E-4EFB-9916-12C34A53E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2007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27ECA-274C-FBD0-7F7E-D9B4A9746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8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永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遠に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いて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1510</TotalTime>
  <Words>37</Words>
  <Application>Microsoft Office PowerPoint</Application>
  <PresentationFormat>ワイド画面</PresentationFormat>
  <Paragraphs>12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226</cp:revision>
  <dcterms:created xsi:type="dcterms:W3CDTF">2025-04-10T13:53:11Z</dcterms:created>
  <dcterms:modified xsi:type="dcterms:W3CDTF">2026-09-24T14:28:56Z</dcterms:modified>
</cp:coreProperties>
</file>