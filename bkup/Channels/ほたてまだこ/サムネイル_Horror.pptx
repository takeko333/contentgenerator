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3" r:id="rId2"/>
    <p:sldId id="345" r:id="rId3"/>
    <p:sldId id="354" r:id="rId4"/>
    <p:sldId id="346" r:id="rId5"/>
    <p:sldId id="343" r:id="rId6"/>
    <p:sldId id="351" r:id="rId7"/>
    <p:sldId id="344" r:id="rId8"/>
    <p:sldId id="34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53"/>
            <p14:sldId id="345"/>
          </p14:sldIdLst>
        </p14:section>
        <p14:section name="公開済み" id="{B57027CF-4506-4278-9BB0-3BC7927B9DC6}">
          <p14:sldIdLst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74" d="100"/>
          <a:sy n="74" d="100"/>
        </p:scale>
        <p:origin x="28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928C2-51B5-277B-EA29-7275355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7786E3-6266-20EF-01D4-736168383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r="3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A2A961-DB7B-AAFB-3EC1-45DF4AEB595A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失明する家系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4A31CD2B-4484-B8BF-4BC8-31438FB49A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602B32-A113-43F3-8C0B-9349524593B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968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3B4D521-6A6B-4AC8-A4AF-3B3DC3B0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60" b="45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E58AA867-9713-0B6E-47C5-94FD8474A7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2A7E823-34CC-DDCB-BA42-567EC0A58DA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7960B0-63E1-A7AC-24D2-004EC80512EA}"/>
              </a:ext>
            </a:extLst>
          </p:cNvPr>
          <p:cNvSpPr>
            <a:spLocks/>
          </p:cNvSpPr>
          <p:nvPr/>
        </p:nvSpPr>
        <p:spPr>
          <a:xfrm flipH="1">
            <a:off x="-117989" y="4214949"/>
            <a:ext cx="12192000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みてみてみてみて</a:t>
            </a:r>
            <a:endParaRPr lang="en-US" altLang="ja-JP" sz="13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31C214F-652A-A2F0-4712-22C2DE9D8EF0}"/>
              </a:ext>
            </a:extLst>
          </p:cNvPr>
          <p:cNvSpPr>
            <a:spLocks/>
          </p:cNvSpPr>
          <p:nvPr/>
        </p:nvSpPr>
        <p:spPr>
          <a:xfrm flipH="1">
            <a:off x="-2" y="4765251"/>
            <a:ext cx="12191999" cy="20927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1784</TotalTime>
  <Words>47</Words>
  <Application>Microsoft Office PowerPoint</Application>
  <PresentationFormat>ワイド画面</PresentationFormat>
  <Paragraphs>16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273</cp:revision>
  <dcterms:created xsi:type="dcterms:W3CDTF">2025-04-10T13:53:11Z</dcterms:created>
  <dcterms:modified xsi:type="dcterms:W3CDTF">2026-10-02T05:57:39Z</dcterms:modified>
</cp:coreProperties>
</file>