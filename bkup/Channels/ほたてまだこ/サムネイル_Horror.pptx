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60" r:id="rId2"/>
    <p:sldId id="361" r:id="rId3"/>
    <p:sldId id="357" r:id="rId4"/>
    <p:sldId id="359" r:id="rId5"/>
    <p:sldId id="356" r:id="rId6"/>
    <p:sldId id="354" r:id="rId7"/>
    <p:sldId id="346" r:id="rId8"/>
    <p:sldId id="343" r:id="rId9"/>
    <p:sldId id="351" r:id="rId10"/>
    <p:sldId id="344" r:id="rId11"/>
    <p:sldId id="342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メモ" id="{C4FF4105-5834-446B-9518-872F85212387}">
          <p14:sldIdLst>
            <p14:sldId id="360"/>
          </p14:sldIdLst>
        </p14:section>
        <p14:section name="作成中" id="{0603C16C-4B37-4E3F-9F8D-57405CA1E500}">
          <p14:sldIdLst/>
        </p14:section>
        <p14:section name="公開済み" id="{B57027CF-4506-4278-9BB0-3BC7927B9DC6}">
          <p14:sldIdLst>
            <p14:sldId id="361"/>
            <p14:sldId id="357"/>
            <p14:sldId id="359"/>
            <p14:sldId id="356"/>
            <p14:sldId id="354"/>
            <p14:sldId id="346"/>
            <p14:sldId id="343"/>
            <p14:sldId id="351"/>
            <p14:sldId id="344"/>
            <p14:sldId id="34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839" autoAdjust="0"/>
    <p:restoredTop sz="96242" autoAdjust="0"/>
  </p:normalViewPr>
  <p:slideViewPr>
    <p:cSldViewPr snapToGrid="0">
      <p:cViewPr>
        <p:scale>
          <a:sx n="33" d="100"/>
          <a:sy n="33" d="100"/>
        </p:scale>
        <p:origin x="3198" y="1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59942B-8696-43E6-9863-29C6AA159A67}" type="datetimeFigureOut">
              <a:rPr kumimoji="1" lang="ja-JP" altLang="en-US" smtClean="0"/>
              <a:t>2026/10/12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5931AA-CD46-429D-BB42-1339445591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7196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7F6245-E7AA-36B0-E853-2E9E6C75BF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1455C6A-6B52-7901-93F8-CE51282CD8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E1851B-E3E5-F717-2047-39068882D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0214-79D3-4E95-9DDD-2C987CD5BC3E}" type="datetimeFigureOut">
              <a:rPr kumimoji="1" lang="ja-JP" altLang="en-US" smtClean="0"/>
              <a:t>2026/10/12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EEA0CA3-9443-D126-71CE-D72D78002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17EDB7A-A8CB-C5AE-4A36-8B9F0A841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8580-54F4-4A63-9C50-94C548547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320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39CF27-9E95-75A7-37FB-D5D9E9280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31B014-69E0-891E-E6A2-6C169692E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E8CB57-1948-FC13-CD28-660C88DD7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0214-79D3-4E95-9DDD-2C987CD5BC3E}" type="datetimeFigureOut">
              <a:rPr kumimoji="1" lang="ja-JP" altLang="en-US" smtClean="0"/>
              <a:t>2026/10/12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2D7ABD-B4FA-DF98-3D19-DDA3AF31C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08C1C8A-17B4-BC66-D673-419C4D817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8580-54F4-4A63-9C50-94C548547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4598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83EB07-A945-977D-F9E4-7110CB475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187DF6F-FEC6-4A62-2ACA-44C120B57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B51E7C-5724-F927-C56A-3830F73F1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0214-79D3-4E95-9DDD-2C987CD5BC3E}" type="datetimeFigureOut">
              <a:rPr kumimoji="1" lang="ja-JP" altLang="en-US" smtClean="0"/>
              <a:t>2026/10/12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C5C6DD-BD24-3AAA-34CF-33623D6A4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E7AAA6-01AF-3DA3-0F17-CF30A688D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8580-54F4-4A63-9C50-94C548547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5486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2F018E-33BA-CBD0-2DB4-D07F708F4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B12110F-4C65-920F-DAB5-4018A81B76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965975C-B4A0-E7CF-833D-BB847E0665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18EDC2E-12DF-8473-84A2-516DB949C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0214-79D3-4E95-9DDD-2C987CD5BC3E}" type="datetimeFigureOut">
              <a:rPr kumimoji="1" lang="ja-JP" altLang="en-US" smtClean="0"/>
              <a:t>2026/10/12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9F8BA7E-A371-727B-BE20-813967E7F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D78E812-2C9E-7533-9C16-B0B93E3B5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8580-54F4-4A63-9C50-94C548547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7967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777446-E4F7-3103-F01A-D95BAB580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82716AD-B15A-3D67-C64A-B1065E244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C0D0C3D-582B-C467-1CC3-B70F87B392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2C2C460-2278-BAC7-D1CD-59AFC52D81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63FC5B2-7C45-3179-8C39-D2761A10F2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4BD5677-B6C9-B7B9-EA18-B7D4C5100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0214-79D3-4E95-9DDD-2C987CD5BC3E}" type="datetimeFigureOut">
              <a:rPr kumimoji="1" lang="ja-JP" altLang="en-US" smtClean="0"/>
              <a:t>2026/10/12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DB57240-5BA4-AE28-DBE5-293711717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DA4C7F7-51CD-ED38-DFB2-282F3E9AD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8580-54F4-4A63-9C50-94C548547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3373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A2A180-7FE0-73AE-BD0A-8D0401AB2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86AB8FF-453C-FCD6-C9A3-4DB52D05F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0214-79D3-4E95-9DDD-2C987CD5BC3E}" type="datetimeFigureOut">
              <a:rPr kumimoji="1" lang="ja-JP" altLang="en-US" smtClean="0"/>
              <a:t>2026/10/12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39B8E9A-32A5-6E6C-C069-AC92116C5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4FBB17E-AD38-626E-72AB-0EFC1D2CF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8580-54F4-4A63-9C50-94C548547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6385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BC97445-8548-96D1-668E-5571CB26F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0214-79D3-4E95-9DDD-2C987CD5BC3E}" type="datetimeFigureOut">
              <a:rPr kumimoji="1" lang="ja-JP" altLang="en-US" smtClean="0"/>
              <a:t>2026/10/12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AB4D0EA-C31F-3112-93FB-6E5A49D05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6BA4F7-85D9-1D6E-0268-CE813773C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8580-54F4-4A63-9C50-94C548547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4267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9F72FD-CC72-0697-4DE9-91990F368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0AD6EAA-AB4D-E6E3-EA9E-BB9A99CF2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49C8B08-C61F-DC0C-0E0A-8D83B8CCE9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D3622AA-E6DE-C207-3A3B-4C4F0B32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0214-79D3-4E95-9DDD-2C987CD5BC3E}" type="datetimeFigureOut">
              <a:rPr kumimoji="1" lang="ja-JP" altLang="en-US" smtClean="0"/>
              <a:t>2026/10/12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133BCED-0C7E-0119-60C3-B831227C9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0A6F719-50CC-F7BA-F12A-17AB92081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8580-54F4-4A63-9C50-94C548547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5688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18FB19-92ED-F308-1328-A993F3D46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ACC6E27-6BD1-46CE-FE30-1D4460CA91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44A1134-91C0-B240-7365-AEC085C52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DC33206-A8C5-0E23-9EB3-4B48DD982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0214-79D3-4E95-9DDD-2C987CD5BC3E}" type="datetimeFigureOut">
              <a:rPr kumimoji="1" lang="ja-JP" altLang="en-US" smtClean="0"/>
              <a:t>2026/10/12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499BF5E-11E2-3C3D-98B2-512756CAD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E92DBB4-6B5A-6B65-DF14-263E09956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8580-54F4-4A63-9C50-94C548547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4990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5EEDCB-C215-0287-D931-8EDE3BA44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A8ADC4E-2650-E56B-2D0D-B01D50E67B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A10C9D-2C73-C836-2F18-07E0A374F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0214-79D3-4E95-9DDD-2C987CD5BC3E}" type="datetimeFigureOut">
              <a:rPr kumimoji="1" lang="ja-JP" altLang="en-US" smtClean="0"/>
              <a:t>2026/10/12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2D6469-3617-A2AE-1535-116775F7A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4C934B-F540-00F7-9843-50B8BE094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8580-54F4-4A63-9C50-94C548547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5071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779C135-E3B4-E443-052D-17B9DFBE71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D34B270-6E66-FE7C-1391-6B3382BF2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8C028E-A58B-4981-BC52-9DBF7F1B1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0214-79D3-4E95-9DDD-2C987CD5BC3E}" type="datetimeFigureOut">
              <a:rPr kumimoji="1" lang="ja-JP" altLang="en-US" smtClean="0"/>
              <a:t>2026/10/12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43C869-D325-62B6-D13B-2D3AB3F03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869BF7-BC97-03EF-98B9-F3759BCE1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8580-54F4-4A63-9C50-94C548547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9982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936FCAD-71C1-80B8-1526-3C81E8831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57C749A-758F-DBD1-B3FB-5910328ED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F431C3-8C99-AA27-8748-571C607D54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9B0214-79D3-4E95-9DDD-2C987CD5BC3E}" type="datetimeFigureOut">
              <a:rPr kumimoji="1" lang="ja-JP" altLang="en-US" smtClean="0"/>
              <a:t>2026/10/12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4E5238-8B44-9C49-A4B8-815FEA307C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5C214F-29D2-E883-A5B4-291DFF1216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478580-54F4-4A63-9C50-94C548547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8669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1CC12-D5EE-934E-43BF-44780A3EE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F3683C7-A197-85C9-1935-067070B8BB5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2800" b="1" dirty="0">
                <a:solidFill>
                  <a:schemeClr val="bg1"/>
                </a:solidFill>
                <a:effectLst>
                  <a:glow rad="317500">
                    <a:schemeClr val="tx1"/>
                  </a:glow>
                </a:effectLst>
                <a:latin typeface="HGS明朝B" panose="02020800000000000000" pitchFamily="18" charset="-128"/>
                <a:ea typeface="HGS明朝B" panose="02020800000000000000" pitchFamily="18" charset="-128"/>
              </a:rPr>
              <a:t>四つん這いの女</a:t>
            </a:r>
            <a:endParaRPr kumimoji="1" lang="en-US" altLang="ja-JP" sz="2800" b="1" dirty="0">
              <a:solidFill>
                <a:schemeClr val="bg1"/>
              </a:solidFill>
              <a:effectLst>
                <a:glow rad="317500">
                  <a:schemeClr val="tx1"/>
                </a:glow>
              </a:effectLst>
              <a:latin typeface="HGS明朝B" panose="02020800000000000000" pitchFamily="18" charset="-128"/>
              <a:ea typeface="HGS明朝B" panose="02020800000000000000" pitchFamily="18" charset="-128"/>
            </a:endParaRPr>
          </a:p>
          <a:p>
            <a:r>
              <a:rPr kumimoji="1" lang="ja-JP" altLang="en-US" sz="2800" b="1" dirty="0">
                <a:solidFill>
                  <a:schemeClr val="bg1"/>
                </a:solidFill>
                <a:effectLst>
                  <a:glow rad="317500">
                    <a:schemeClr val="tx1"/>
                  </a:glow>
                </a:effectLst>
                <a:latin typeface="HGS明朝B" panose="02020800000000000000" pitchFamily="18" charset="-128"/>
                <a:ea typeface="HGS明朝B" panose="02020800000000000000" pitchFamily="18" charset="-128"/>
              </a:rPr>
              <a:t>耳が無い子供</a:t>
            </a:r>
            <a:endParaRPr kumimoji="1" lang="en-US" altLang="ja-JP" sz="2800" b="1" dirty="0">
              <a:solidFill>
                <a:schemeClr val="bg1"/>
              </a:solidFill>
              <a:effectLst>
                <a:glow rad="317500">
                  <a:schemeClr val="tx1"/>
                </a:glow>
              </a:effectLst>
              <a:latin typeface="HGS明朝B" panose="02020800000000000000" pitchFamily="18" charset="-128"/>
              <a:ea typeface="HGS明朝B" panose="02020800000000000000" pitchFamily="18" charset="-128"/>
            </a:endParaRPr>
          </a:p>
          <a:p>
            <a:r>
              <a:rPr lang="ja-JP" altLang="en-US" sz="2800" b="1" dirty="0">
                <a:solidFill>
                  <a:schemeClr val="bg1"/>
                </a:solidFill>
                <a:effectLst>
                  <a:glow rad="317500">
                    <a:schemeClr val="tx1"/>
                  </a:glow>
                </a:effectLst>
                <a:latin typeface="HGS明朝B" panose="02020800000000000000" pitchFamily="18" charset="-128"/>
                <a:ea typeface="HGS明朝B" panose="02020800000000000000" pitchFamily="18" charset="-128"/>
              </a:rPr>
              <a:t>一本足の子供</a:t>
            </a:r>
            <a:endParaRPr lang="en-US" altLang="ja-JP" sz="2800" b="1" dirty="0">
              <a:solidFill>
                <a:schemeClr val="bg1"/>
              </a:solidFill>
              <a:effectLst>
                <a:glow rad="317500">
                  <a:schemeClr val="tx1"/>
                </a:glow>
              </a:effectLst>
              <a:latin typeface="HGS明朝B" panose="02020800000000000000" pitchFamily="18" charset="-128"/>
              <a:ea typeface="HGS明朝B" panose="02020800000000000000" pitchFamily="18" charset="-128"/>
            </a:endParaRPr>
          </a:p>
          <a:p>
            <a:r>
              <a:rPr kumimoji="1" lang="ja-JP" altLang="en-US" sz="2800" b="1" dirty="0">
                <a:solidFill>
                  <a:schemeClr val="bg1"/>
                </a:solidFill>
                <a:effectLst>
                  <a:glow rad="317500">
                    <a:schemeClr val="tx1"/>
                  </a:glow>
                </a:effectLst>
                <a:latin typeface="HGS明朝B" panose="02020800000000000000" pitchFamily="18" charset="-128"/>
                <a:ea typeface="HGS明朝B" panose="02020800000000000000" pitchFamily="18" charset="-128"/>
              </a:rPr>
              <a:t>天井に張り付く女</a:t>
            </a:r>
            <a:endParaRPr kumimoji="1" lang="en-US" altLang="ja-JP" sz="2800" b="1" dirty="0">
              <a:solidFill>
                <a:schemeClr val="bg1"/>
              </a:solidFill>
              <a:effectLst>
                <a:glow rad="317500">
                  <a:schemeClr val="tx1"/>
                </a:glow>
              </a:effectLst>
              <a:latin typeface="HGS明朝B" panose="02020800000000000000" pitchFamily="18" charset="-128"/>
              <a:ea typeface="HGS明朝B" panose="02020800000000000000" pitchFamily="18" charset="-128"/>
            </a:endParaRPr>
          </a:p>
          <a:p>
            <a:r>
              <a:rPr lang="ja-JP" altLang="en-US" sz="2800" b="1" dirty="0">
                <a:solidFill>
                  <a:schemeClr val="bg1"/>
                </a:solidFill>
                <a:effectLst>
                  <a:glow rad="317500">
                    <a:schemeClr val="tx1"/>
                  </a:glow>
                </a:effectLst>
                <a:latin typeface="HGS明朝B" panose="02020800000000000000" pitchFamily="18" charset="-128"/>
                <a:ea typeface="HGS明朝B" panose="02020800000000000000" pitchFamily="18" charset="-128"/>
              </a:rPr>
              <a:t>壁を這う女</a:t>
            </a:r>
            <a:endParaRPr kumimoji="1" lang="en-US" altLang="ja-JP" sz="2800" b="1" dirty="0">
              <a:solidFill>
                <a:schemeClr val="bg1"/>
              </a:solidFill>
              <a:effectLst>
                <a:glow rad="317500">
                  <a:schemeClr val="tx1"/>
                </a:glow>
              </a:effectLst>
              <a:latin typeface="HGS明朝B" panose="02020800000000000000" pitchFamily="18" charset="-128"/>
              <a:ea typeface="HGS明朝B" panose="02020800000000000000" pitchFamily="18" charset="-128"/>
            </a:endParaRPr>
          </a:p>
          <a:p>
            <a:r>
              <a:rPr lang="ja-JP" altLang="en-US" sz="2800" b="1" dirty="0">
                <a:solidFill>
                  <a:schemeClr val="bg1"/>
                </a:solidFill>
                <a:effectLst>
                  <a:glow rad="317500">
                    <a:schemeClr val="tx1"/>
                  </a:glow>
                </a:effectLst>
                <a:latin typeface="HGS明朝B" panose="02020800000000000000" pitchFamily="18" charset="-128"/>
                <a:ea typeface="HGS明朝B" panose="02020800000000000000" pitchFamily="18" charset="-128"/>
              </a:rPr>
              <a:t>非常階段の女</a:t>
            </a:r>
            <a:endParaRPr lang="en-US" altLang="ja-JP" sz="2800" b="1" dirty="0">
              <a:solidFill>
                <a:schemeClr val="bg1"/>
              </a:solidFill>
              <a:effectLst>
                <a:glow rad="317500">
                  <a:schemeClr val="tx1"/>
                </a:glow>
              </a:effectLst>
              <a:latin typeface="HGS明朝B" panose="02020800000000000000" pitchFamily="18" charset="-128"/>
              <a:ea typeface="HGS明朝B" panose="02020800000000000000" pitchFamily="18" charset="-128"/>
            </a:endParaRPr>
          </a:p>
          <a:p>
            <a:r>
              <a:rPr kumimoji="1" lang="ja-JP" altLang="en-US" sz="2800" b="1" dirty="0">
                <a:solidFill>
                  <a:schemeClr val="bg1"/>
                </a:solidFill>
                <a:effectLst>
                  <a:glow rad="317500">
                    <a:schemeClr val="tx1"/>
                  </a:glow>
                </a:effectLst>
                <a:latin typeface="HGS明朝B" panose="02020800000000000000" pitchFamily="18" charset="-128"/>
                <a:ea typeface="HGS明朝B" panose="02020800000000000000" pitchFamily="18" charset="-128"/>
              </a:rPr>
              <a:t>電柱女</a:t>
            </a:r>
            <a:endParaRPr kumimoji="1" lang="en-US" altLang="ja-JP" sz="2800" b="1" dirty="0">
              <a:solidFill>
                <a:schemeClr val="bg1"/>
              </a:solidFill>
              <a:effectLst>
                <a:glow rad="317500">
                  <a:schemeClr val="tx1"/>
                </a:glow>
              </a:effectLst>
              <a:latin typeface="HGS明朝B" panose="02020800000000000000" pitchFamily="18" charset="-128"/>
              <a:ea typeface="HGS明朝B" panose="02020800000000000000" pitchFamily="18" charset="-128"/>
            </a:endParaRPr>
          </a:p>
          <a:p>
            <a:r>
              <a:rPr kumimoji="1" lang="ja-JP" altLang="en-US" sz="2800" b="1" dirty="0">
                <a:solidFill>
                  <a:schemeClr val="bg1"/>
                </a:solidFill>
                <a:effectLst>
                  <a:glow rad="317500">
                    <a:schemeClr val="tx1"/>
                  </a:glow>
                </a:effectLst>
                <a:latin typeface="HGS明朝B" panose="02020800000000000000" pitchFamily="18" charset="-128"/>
                <a:ea typeface="HGS明朝B" panose="02020800000000000000" pitchFamily="18" charset="-128"/>
              </a:rPr>
              <a:t>同じ顔の集団</a:t>
            </a:r>
            <a:endParaRPr kumimoji="1" lang="en-US" altLang="ja-JP" sz="2800" b="1" dirty="0">
              <a:solidFill>
                <a:schemeClr val="bg1"/>
              </a:solidFill>
              <a:effectLst>
                <a:glow rad="317500">
                  <a:schemeClr val="tx1"/>
                </a:glow>
              </a:effectLst>
              <a:latin typeface="HGS明朝B" panose="02020800000000000000" pitchFamily="18" charset="-128"/>
              <a:ea typeface="HGS明朝B" panose="02020800000000000000" pitchFamily="18" charset="-128"/>
            </a:endParaRPr>
          </a:p>
          <a:p>
            <a:r>
              <a:rPr kumimoji="1" lang="ja-JP" altLang="en-US" sz="2800" b="1" dirty="0">
                <a:solidFill>
                  <a:schemeClr val="bg1"/>
                </a:solidFill>
                <a:effectLst>
                  <a:glow rad="317500">
                    <a:schemeClr val="tx1"/>
                  </a:glow>
                </a:effectLst>
                <a:latin typeface="HGS明朝B" panose="02020800000000000000" pitchFamily="18" charset="-128"/>
                <a:ea typeface="HGS明朝B" panose="02020800000000000000" pitchFamily="18" charset="-128"/>
              </a:rPr>
              <a:t>折れ曲がった女</a:t>
            </a:r>
            <a:endParaRPr kumimoji="1" lang="en-US" altLang="ja-JP" sz="2800" b="1" dirty="0">
              <a:solidFill>
                <a:schemeClr val="bg1"/>
              </a:solidFill>
              <a:effectLst>
                <a:glow rad="317500">
                  <a:schemeClr val="tx1"/>
                </a:glow>
              </a:effectLst>
              <a:latin typeface="HGS明朝B" panose="02020800000000000000" pitchFamily="18" charset="-128"/>
              <a:ea typeface="HGS明朝B" panose="02020800000000000000" pitchFamily="18" charset="-128"/>
            </a:endParaRPr>
          </a:p>
          <a:p>
            <a:r>
              <a:rPr lang="ja-JP" altLang="en-US" sz="2800" b="1" dirty="0">
                <a:solidFill>
                  <a:schemeClr val="bg1"/>
                </a:solidFill>
                <a:effectLst>
                  <a:glow rad="317500">
                    <a:schemeClr val="tx1"/>
                  </a:glow>
                </a:effectLst>
                <a:latin typeface="HGS明朝B" panose="02020800000000000000" pitchFamily="18" charset="-128"/>
                <a:ea typeface="HGS明朝B" panose="02020800000000000000" pitchFamily="18" charset="-128"/>
              </a:rPr>
              <a:t>関節の無い男</a:t>
            </a:r>
            <a:endParaRPr lang="en-US" altLang="ja-JP" sz="2800" b="1" dirty="0">
              <a:solidFill>
                <a:schemeClr val="bg1"/>
              </a:solidFill>
              <a:effectLst>
                <a:glow rad="317500">
                  <a:schemeClr val="tx1"/>
                </a:glow>
              </a:effectLst>
              <a:latin typeface="HGS明朝B" panose="02020800000000000000" pitchFamily="18" charset="-128"/>
              <a:ea typeface="HGS明朝B" panose="02020800000000000000" pitchFamily="18" charset="-128"/>
            </a:endParaRPr>
          </a:p>
          <a:p>
            <a:r>
              <a:rPr kumimoji="1" lang="ja-JP" altLang="en-US" sz="2800" b="1" dirty="0">
                <a:solidFill>
                  <a:schemeClr val="bg1"/>
                </a:solidFill>
                <a:effectLst>
                  <a:glow rad="317500">
                    <a:schemeClr val="tx1"/>
                  </a:glow>
                </a:effectLst>
                <a:latin typeface="HGS明朝B" panose="02020800000000000000" pitchFamily="18" charset="-128"/>
                <a:ea typeface="HGS明朝B" panose="02020800000000000000" pitchFamily="18" charset="-128"/>
              </a:rPr>
              <a:t>口裂け男</a:t>
            </a:r>
            <a:endParaRPr kumimoji="1" lang="en-US" altLang="ja-JP" sz="2800" b="1" dirty="0">
              <a:solidFill>
                <a:schemeClr val="bg1"/>
              </a:solidFill>
              <a:effectLst>
                <a:glow rad="317500">
                  <a:schemeClr val="tx1"/>
                </a:glow>
              </a:effectLst>
              <a:latin typeface="HGS明朝B" panose="02020800000000000000" pitchFamily="18" charset="-128"/>
              <a:ea typeface="HGS明朝B" panose="02020800000000000000" pitchFamily="18" charset="-128"/>
            </a:endParaRPr>
          </a:p>
          <a:p>
            <a:r>
              <a:rPr lang="ja-JP" altLang="en-US" sz="2800" b="1" dirty="0">
                <a:solidFill>
                  <a:schemeClr val="bg1"/>
                </a:solidFill>
                <a:effectLst>
                  <a:glow rad="317500">
                    <a:schemeClr val="tx1"/>
                  </a:glow>
                </a:effectLst>
                <a:latin typeface="HGS明朝B" panose="02020800000000000000" pitchFamily="18" charset="-128"/>
                <a:ea typeface="HGS明朝B" panose="02020800000000000000" pitchFamily="18" charset="-128"/>
              </a:rPr>
              <a:t>風呂場の子供</a:t>
            </a:r>
            <a:endParaRPr lang="en-US" altLang="ja-JP" sz="2800" b="1" dirty="0">
              <a:solidFill>
                <a:schemeClr val="bg1"/>
              </a:solidFill>
              <a:effectLst>
                <a:glow rad="317500">
                  <a:schemeClr val="tx1"/>
                </a:glow>
              </a:effectLst>
              <a:latin typeface="HGS明朝B" panose="02020800000000000000" pitchFamily="18" charset="-128"/>
              <a:ea typeface="HGS明朝B" panose="02020800000000000000" pitchFamily="18" charset="-128"/>
            </a:endParaRPr>
          </a:p>
          <a:p>
            <a:r>
              <a:rPr kumimoji="1" lang="ja-JP" altLang="en-US" sz="2800" b="1" dirty="0">
                <a:solidFill>
                  <a:schemeClr val="bg1"/>
                </a:solidFill>
                <a:effectLst>
                  <a:glow rad="317500">
                    <a:schemeClr val="tx1"/>
                  </a:glow>
                </a:effectLst>
                <a:latin typeface="HGS明朝B" panose="02020800000000000000" pitchFamily="18" charset="-128"/>
                <a:ea typeface="HGS明朝B" panose="02020800000000000000" pitchFamily="18" charset="-128"/>
              </a:rPr>
              <a:t>人形を抱く男</a:t>
            </a:r>
          </a:p>
        </p:txBody>
      </p:sp>
    </p:spTree>
    <p:extLst>
      <p:ext uri="{BB962C8B-B14F-4D97-AF65-F5344CB8AC3E}">
        <p14:creationId xmlns:p14="http://schemas.microsoft.com/office/powerpoint/2010/main" val="1490870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584AC-4A5B-203C-9196-E574E63CF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37AE89A7-496C-2DEB-1082-1A32A4F831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26538" t="27966" r="26538" b="2368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2014892-1771-A64E-8A6E-9999E3371708}"/>
              </a:ext>
            </a:extLst>
          </p:cNvPr>
          <p:cNvSpPr>
            <a:spLocks/>
          </p:cNvSpPr>
          <p:nvPr/>
        </p:nvSpPr>
        <p:spPr>
          <a:xfrm flipH="1">
            <a:off x="1" y="4214949"/>
            <a:ext cx="12191999" cy="2643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5000" b="1" spc="-2000" dirty="0">
                <a:gradFill>
                  <a:gsLst>
                    <a:gs pos="0">
                      <a:srgbClr val="FF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effectLst>
                  <a:glow rad="317500">
                    <a:schemeClr val="tx1"/>
                  </a:glow>
                </a:effectLst>
              </a:rPr>
              <a:t>山中の鳥居</a:t>
            </a:r>
            <a:endParaRPr lang="en-US" altLang="ja-JP" sz="15000" b="1" spc="-2000" dirty="0">
              <a:solidFill>
                <a:schemeClr val="bg1"/>
              </a:solidFill>
              <a:effectLst>
                <a:glow rad="317500">
                  <a:schemeClr val="tx1"/>
                </a:glow>
              </a:effectLst>
            </a:endParaRPr>
          </a:p>
        </p:txBody>
      </p:sp>
      <p:pic>
        <p:nvPicPr>
          <p:cNvPr id="9" name="グラフィックス 8" descr="しぶき">
            <a:extLst>
              <a:ext uri="{FF2B5EF4-FFF2-40B4-BE49-F238E27FC236}">
                <a16:creationId xmlns:a16="http://schemas.microsoft.com/office/drawing/2014/main" id="{AE986C40-593A-35B6-BB32-167B67FA3E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-2"/>
            <a:ext cx="2092751" cy="2092751"/>
          </a:xfrm>
          <a:prstGeom prst="rect">
            <a:avLst/>
          </a:prstGeom>
          <a:effectLst>
            <a:glow rad="317500">
              <a:schemeClr val="bg1"/>
            </a:glow>
          </a:effectLst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1114ED3-F677-51D2-D1A4-B500B3CDAC84}"/>
              </a:ext>
            </a:extLst>
          </p:cNvPr>
          <p:cNvSpPr/>
          <p:nvPr/>
        </p:nvSpPr>
        <p:spPr>
          <a:xfrm>
            <a:off x="500323" y="513645"/>
            <a:ext cx="4862706" cy="10654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6000" b="1" dirty="0">
                <a:solidFill>
                  <a:schemeClr val="bg1"/>
                </a:solidFill>
                <a:effectLst>
                  <a:glow rad="317500">
                    <a:schemeClr val="tx1"/>
                  </a:glow>
                </a:effectLst>
                <a:latin typeface="HGS明朝B" panose="02020800000000000000" pitchFamily="18" charset="-128"/>
                <a:ea typeface="HGS明朝B" panose="02020800000000000000" pitchFamily="18" charset="-128"/>
              </a:rPr>
              <a:t>短めの怖い話</a:t>
            </a:r>
            <a:endParaRPr kumimoji="1" lang="ja-JP" altLang="en-US" sz="2800" b="1" dirty="0">
              <a:solidFill>
                <a:schemeClr val="bg1"/>
              </a:solidFill>
              <a:effectLst>
                <a:glow rad="317500">
                  <a:schemeClr val="tx1"/>
                </a:glow>
              </a:effectLst>
              <a:latin typeface="HGS明朝B" panose="02020800000000000000" pitchFamily="18" charset="-128"/>
              <a:ea typeface="HGS明朝B" panose="020208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88434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9E31F-83AD-4ABE-AC20-2FAFD3D5A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0A0C2D8-1EC9-6C4C-DFE5-1435FF9D05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rcRect l="7653" t="12731" r="7653"/>
          <a:stretch>
            <a:fillRect/>
          </a:stretch>
        </p:blipFill>
        <p:spPr>
          <a:xfrm>
            <a:off x="-2" y="0"/>
            <a:ext cx="12192001" cy="685800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F649381-A15E-1EDF-05ED-403FF01ABF6D}"/>
              </a:ext>
            </a:extLst>
          </p:cNvPr>
          <p:cNvSpPr>
            <a:spLocks/>
          </p:cNvSpPr>
          <p:nvPr/>
        </p:nvSpPr>
        <p:spPr>
          <a:xfrm flipH="1">
            <a:off x="-190499" y="4214949"/>
            <a:ext cx="12191999" cy="2643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500" b="1" spc="-2000" dirty="0">
                <a:gradFill>
                  <a:gsLst>
                    <a:gs pos="0">
                      <a:srgbClr val="FF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effectLst>
                  <a:glow rad="317500">
                    <a:schemeClr val="tx1"/>
                  </a:glow>
                </a:effectLst>
              </a:rPr>
              <a:t>ブラック企業の霊</a:t>
            </a:r>
            <a:endParaRPr lang="en-US" altLang="ja-JP" sz="12500" b="1" spc="-2000" dirty="0">
              <a:solidFill>
                <a:schemeClr val="bg1"/>
              </a:solidFill>
              <a:effectLst>
                <a:glow rad="317500">
                  <a:schemeClr val="tx1"/>
                </a:glow>
              </a:effectLst>
            </a:endParaRPr>
          </a:p>
        </p:txBody>
      </p:sp>
      <p:pic>
        <p:nvPicPr>
          <p:cNvPr id="15" name="グラフィックス 14" descr="しぶき">
            <a:extLst>
              <a:ext uri="{FF2B5EF4-FFF2-40B4-BE49-F238E27FC236}">
                <a16:creationId xmlns:a16="http://schemas.microsoft.com/office/drawing/2014/main" id="{6188BCEF-EC7A-1073-2A05-5AC55AB5C4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-2"/>
            <a:ext cx="2092751" cy="2092751"/>
          </a:xfrm>
          <a:prstGeom prst="rect">
            <a:avLst/>
          </a:prstGeom>
          <a:effectLst>
            <a:glow rad="317500">
              <a:schemeClr val="bg1"/>
            </a:glow>
          </a:effectLst>
        </p:spPr>
      </p:pic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FB93C286-07C7-1883-B15E-B340305E73A7}"/>
              </a:ext>
            </a:extLst>
          </p:cNvPr>
          <p:cNvSpPr/>
          <p:nvPr/>
        </p:nvSpPr>
        <p:spPr>
          <a:xfrm>
            <a:off x="500323" y="513645"/>
            <a:ext cx="4862706" cy="10654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6000" b="1" dirty="0">
                <a:solidFill>
                  <a:schemeClr val="bg1"/>
                </a:solidFill>
                <a:effectLst>
                  <a:glow rad="317500">
                    <a:schemeClr val="tx1"/>
                  </a:glow>
                </a:effectLst>
                <a:latin typeface="HGS明朝B" panose="02020800000000000000" pitchFamily="18" charset="-128"/>
                <a:ea typeface="HGS明朝B" panose="02020800000000000000" pitchFamily="18" charset="-128"/>
              </a:rPr>
              <a:t>短めの怖い話</a:t>
            </a:r>
            <a:endParaRPr kumimoji="1" lang="ja-JP" altLang="en-US" sz="2800" b="1" dirty="0">
              <a:solidFill>
                <a:schemeClr val="bg1"/>
              </a:solidFill>
              <a:effectLst>
                <a:glow rad="317500">
                  <a:schemeClr val="tx1"/>
                </a:glow>
              </a:effectLst>
              <a:latin typeface="HGS明朝B" panose="02020800000000000000" pitchFamily="18" charset="-128"/>
              <a:ea typeface="HGS明朝B" panose="020208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57984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E09BE40-FEB3-CE5B-EAE1-C5AF1585AE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191" t="54609" r="34191" b="1281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F157F4A-3EDB-DDB7-4AFB-23D9D51A0486}"/>
              </a:ext>
            </a:extLst>
          </p:cNvPr>
          <p:cNvSpPr>
            <a:spLocks/>
          </p:cNvSpPr>
          <p:nvPr/>
        </p:nvSpPr>
        <p:spPr>
          <a:xfrm flipH="1">
            <a:off x="-1" y="4214948"/>
            <a:ext cx="12191999" cy="2643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5000" b="1" spc="-2000" dirty="0">
                <a:gradFill>
                  <a:gsLst>
                    <a:gs pos="0">
                      <a:srgbClr val="FF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effectLst>
                  <a:glow rad="317500">
                    <a:schemeClr val="tx1"/>
                  </a:glow>
                </a:effectLst>
              </a:rPr>
              <a:t>押入れの生首</a:t>
            </a:r>
            <a:endParaRPr lang="en-US" altLang="ja-JP" sz="10000" b="1" spc="-2000" dirty="0">
              <a:solidFill>
                <a:schemeClr val="bg1"/>
              </a:solidFill>
              <a:effectLst>
                <a:glow rad="317500">
                  <a:schemeClr val="tx1"/>
                </a:glow>
              </a:effectLst>
            </a:endParaRPr>
          </a:p>
        </p:txBody>
      </p:sp>
      <p:pic>
        <p:nvPicPr>
          <p:cNvPr id="15" name="グラフィックス 14" descr="しぶき">
            <a:extLst>
              <a:ext uri="{FF2B5EF4-FFF2-40B4-BE49-F238E27FC236}">
                <a16:creationId xmlns:a16="http://schemas.microsoft.com/office/drawing/2014/main" id="{08FDC752-0124-1941-D5B6-40BC95E3B3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2"/>
            <a:ext cx="2092751" cy="2092751"/>
          </a:xfrm>
          <a:prstGeom prst="rect">
            <a:avLst/>
          </a:prstGeom>
          <a:effectLst>
            <a:glow rad="317500">
              <a:schemeClr val="bg1"/>
            </a:glow>
          </a:effectLst>
        </p:spPr>
      </p:pic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A08875B0-5944-AFAC-69CF-8BF26873D2D9}"/>
              </a:ext>
            </a:extLst>
          </p:cNvPr>
          <p:cNvSpPr/>
          <p:nvPr/>
        </p:nvSpPr>
        <p:spPr>
          <a:xfrm>
            <a:off x="500323" y="513645"/>
            <a:ext cx="4862706" cy="10654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6000" b="1" dirty="0">
                <a:solidFill>
                  <a:schemeClr val="bg1"/>
                </a:solidFill>
                <a:effectLst>
                  <a:glow rad="317500">
                    <a:schemeClr val="tx1"/>
                  </a:glow>
                </a:effectLst>
                <a:latin typeface="HGS明朝B" panose="02020800000000000000" pitchFamily="18" charset="-128"/>
                <a:ea typeface="HGS明朝B" panose="02020800000000000000" pitchFamily="18" charset="-128"/>
              </a:rPr>
              <a:t>短めの怖い話</a:t>
            </a:r>
            <a:endParaRPr kumimoji="1" lang="ja-JP" altLang="en-US" sz="2800" b="1" dirty="0">
              <a:solidFill>
                <a:schemeClr val="bg1"/>
              </a:solidFill>
              <a:effectLst>
                <a:glow rad="317500">
                  <a:schemeClr val="tx1"/>
                </a:glow>
              </a:effectLst>
              <a:latin typeface="HGS明朝B" panose="02020800000000000000" pitchFamily="18" charset="-128"/>
              <a:ea typeface="HGS明朝B" panose="020208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64543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DCA13-4090-17EB-D2E8-C5955E9EF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81F99CF-5F4D-2E18-BDD2-A93598D53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rcRect l="11097" t="9915" r="11097" b="99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58AAE43-5547-2575-B061-557343DF80ED}"/>
              </a:ext>
            </a:extLst>
          </p:cNvPr>
          <p:cNvSpPr>
            <a:spLocks/>
          </p:cNvSpPr>
          <p:nvPr/>
        </p:nvSpPr>
        <p:spPr>
          <a:xfrm flipH="1">
            <a:off x="-130634" y="4214949"/>
            <a:ext cx="12191999" cy="2643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5000" b="1" spc="-2000" dirty="0">
                <a:gradFill>
                  <a:gsLst>
                    <a:gs pos="0">
                      <a:srgbClr val="FF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effectLst>
                  <a:glow rad="317500">
                    <a:schemeClr val="tx1"/>
                  </a:glow>
                </a:effectLst>
              </a:rPr>
              <a:t>その女を見るな</a:t>
            </a:r>
            <a:endParaRPr lang="en-US" altLang="ja-JP" sz="12000" b="1" spc="-2000" dirty="0">
              <a:solidFill>
                <a:schemeClr val="bg1"/>
              </a:solidFill>
              <a:effectLst>
                <a:glow rad="317500">
                  <a:schemeClr val="tx1"/>
                </a:glow>
              </a:effectLst>
            </a:endParaRPr>
          </a:p>
        </p:txBody>
      </p:sp>
      <p:pic>
        <p:nvPicPr>
          <p:cNvPr id="4" name="グラフィックス 3" descr="しぶき">
            <a:extLst>
              <a:ext uri="{FF2B5EF4-FFF2-40B4-BE49-F238E27FC236}">
                <a16:creationId xmlns:a16="http://schemas.microsoft.com/office/drawing/2014/main" id="{E93E3ED7-09C4-E562-9C15-1A1FC6F999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-2"/>
            <a:ext cx="2092751" cy="2092751"/>
          </a:xfrm>
          <a:prstGeom prst="rect">
            <a:avLst/>
          </a:prstGeom>
          <a:effectLst>
            <a:glow rad="317500">
              <a:schemeClr val="bg1"/>
            </a:glow>
          </a:effectLst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E69022A-6DC2-C952-9D76-F5A663368199}"/>
              </a:ext>
            </a:extLst>
          </p:cNvPr>
          <p:cNvSpPr/>
          <p:nvPr/>
        </p:nvSpPr>
        <p:spPr>
          <a:xfrm>
            <a:off x="500323" y="513645"/>
            <a:ext cx="4862706" cy="10654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6000" b="1" dirty="0">
                <a:solidFill>
                  <a:schemeClr val="bg1"/>
                </a:solidFill>
                <a:effectLst>
                  <a:glow rad="317500">
                    <a:schemeClr val="tx1"/>
                  </a:glow>
                </a:effectLst>
                <a:latin typeface="HGS明朝B" panose="02020800000000000000" pitchFamily="18" charset="-128"/>
                <a:ea typeface="HGS明朝B" panose="02020800000000000000" pitchFamily="18" charset="-128"/>
              </a:rPr>
              <a:t>短めの怖い話</a:t>
            </a:r>
            <a:endParaRPr kumimoji="1" lang="ja-JP" altLang="en-US" sz="2800" b="1" dirty="0">
              <a:solidFill>
                <a:schemeClr val="bg1"/>
              </a:solidFill>
              <a:effectLst>
                <a:glow rad="317500">
                  <a:schemeClr val="tx1"/>
                </a:glow>
              </a:effectLst>
              <a:latin typeface="HGS明朝B" panose="02020800000000000000" pitchFamily="18" charset="-128"/>
              <a:ea typeface="HGS明朝B" panose="020208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46086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6AE3C-5FBE-136C-4FBF-ED746305A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F1FB588-5DB4-DE65-9069-BC23F72B43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013" t="3443" r="34556" b="7225"/>
          <a:stretch>
            <a:fillRect/>
          </a:stretch>
        </p:blipFill>
        <p:spPr>
          <a:xfrm rot="5400000">
            <a:off x="2666996" y="-2667001"/>
            <a:ext cx="6858003" cy="12191997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38525C5-2E40-3B38-F055-7B70AAA84276}"/>
              </a:ext>
            </a:extLst>
          </p:cNvPr>
          <p:cNvSpPr>
            <a:spLocks/>
          </p:cNvSpPr>
          <p:nvPr/>
        </p:nvSpPr>
        <p:spPr>
          <a:xfrm flipH="1">
            <a:off x="-1" y="4214948"/>
            <a:ext cx="12191999" cy="2643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5000" b="1" spc="-2000" dirty="0">
                <a:gradFill>
                  <a:gsLst>
                    <a:gs pos="0">
                      <a:srgbClr val="FF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effectLst>
                  <a:glow rad="317500">
                    <a:schemeClr val="tx1"/>
                  </a:glow>
                </a:effectLst>
              </a:rPr>
              <a:t>祖父を呪う</a:t>
            </a:r>
            <a:endParaRPr lang="en-US" altLang="ja-JP" sz="10000" b="1" spc="-2000" dirty="0">
              <a:solidFill>
                <a:schemeClr val="bg1"/>
              </a:solidFill>
              <a:effectLst>
                <a:glow rad="317500">
                  <a:schemeClr val="tx1"/>
                </a:glow>
              </a:effectLst>
            </a:endParaRPr>
          </a:p>
        </p:txBody>
      </p:sp>
      <p:pic>
        <p:nvPicPr>
          <p:cNvPr id="11" name="グラフィックス 10" descr="しぶき">
            <a:extLst>
              <a:ext uri="{FF2B5EF4-FFF2-40B4-BE49-F238E27FC236}">
                <a16:creationId xmlns:a16="http://schemas.microsoft.com/office/drawing/2014/main" id="{BF13D5CB-F1E3-5E3A-38EF-F250F4343F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2"/>
            <a:ext cx="2092751" cy="2092751"/>
          </a:xfrm>
          <a:prstGeom prst="rect">
            <a:avLst/>
          </a:prstGeom>
          <a:effectLst>
            <a:glow rad="317500">
              <a:schemeClr val="bg1"/>
            </a:glow>
          </a:effectLst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1150C66-3E4E-A79E-BA26-6DF5132A8759}"/>
              </a:ext>
            </a:extLst>
          </p:cNvPr>
          <p:cNvSpPr/>
          <p:nvPr/>
        </p:nvSpPr>
        <p:spPr>
          <a:xfrm>
            <a:off x="500323" y="513645"/>
            <a:ext cx="4862706" cy="10654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6000" b="1" dirty="0">
                <a:solidFill>
                  <a:schemeClr val="bg1"/>
                </a:solidFill>
                <a:effectLst>
                  <a:glow rad="317500">
                    <a:schemeClr val="tx1"/>
                  </a:glow>
                </a:effectLst>
                <a:latin typeface="HGS明朝B" panose="02020800000000000000" pitchFamily="18" charset="-128"/>
                <a:ea typeface="HGS明朝B" panose="02020800000000000000" pitchFamily="18" charset="-128"/>
              </a:rPr>
              <a:t>短めの怖い話</a:t>
            </a:r>
            <a:endParaRPr kumimoji="1" lang="ja-JP" altLang="en-US" sz="2800" b="1" dirty="0">
              <a:solidFill>
                <a:schemeClr val="bg1"/>
              </a:solidFill>
              <a:effectLst>
                <a:glow rad="317500">
                  <a:schemeClr val="tx1"/>
                </a:glow>
              </a:effectLst>
              <a:latin typeface="HGS明朝B" panose="02020800000000000000" pitchFamily="18" charset="-128"/>
              <a:ea typeface="HGS明朝B" panose="020208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21799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2FCFA-5323-771B-545C-EADB0529A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C4CEDC10-9E65-11F1-68FF-1DB96F36D0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l="27389" t="24323" r="33451" b="35253"/>
          <a:stretch>
            <a:fillRect/>
          </a:stretch>
        </p:blipFill>
        <p:spPr>
          <a:xfrm>
            <a:off x="-2" y="0"/>
            <a:ext cx="12192001" cy="685800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B58746E-ED75-16F4-FC50-42D005868AF9}"/>
              </a:ext>
            </a:extLst>
          </p:cNvPr>
          <p:cNvSpPr>
            <a:spLocks/>
          </p:cNvSpPr>
          <p:nvPr/>
        </p:nvSpPr>
        <p:spPr>
          <a:xfrm flipH="1">
            <a:off x="-1" y="4214948"/>
            <a:ext cx="12191999" cy="2643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5000" b="1" spc="-2000" dirty="0">
                <a:gradFill>
                  <a:gsLst>
                    <a:gs pos="0">
                      <a:srgbClr val="FF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effectLst>
                  <a:glow rad="317500">
                    <a:schemeClr val="tx1"/>
                  </a:glow>
                </a:effectLst>
              </a:rPr>
              <a:t>絶叫する男</a:t>
            </a:r>
            <a:endParaRPr lang="en-US" altLang="ja-JP" sz="10000" b="1" spc="-2000" dirty="0">
              <a:solidFill>
                <a:schemeClr val="bg1"/>
              </a:solidFill>
              <a:effectLst>
                <a:glow rad="317500">
                  <a:schemeClr val="tx1"/>
                </a:glow>
              </a:effectLst>
            </a:endParaRPr>
          </a:p>
        </p:txBody>
      </p:sp>
      <p:pic>
        <p:nvPicPr>
          <p:cNvPr id="3" name="グラフィックス 2" descr="しぶき">
            <a:extLst>
              <a:ext uri="{FF2B5EF4-FFF2-40B4-BE49-F238E27FC236}">
                <a16:creationId xmlns:a16="http://schemas.microsoft.com/office/drawing/2014/main" id="{3AF3B707-7A44-53A8-C5EA-419FAD5E10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-2"/>
            <a:ext cx="2092751" cy="2092751"/>
          </a:xfrm>
          <a:prstGeom prst="rect">
            <a:avLst/>
          </a:prstGeom>
          <a:effectLst>
            <a:glow rad="317500">
              <a:schemeClr val="bg1"/>
            </a:glow>
          </a:effectLst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523885F-B72F-6E18-66B3-E8A24F3483AD}"/>
              </a:ext>
            </a:extLst>
          </p:cNvPr>
          <p:cNvSpPr/>
          <p:nvPr/>
        </p:nvSpPr>
        <p:spPr>
          <a:xfrm>
            <a:off x="500323" y="513645"/>
            <a:ext cx="4862706" cy="10654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6000" b="1" dirty="0">
                <a:solidFill>
                  <a:schemeClr val="bg1"/>
                </a:solidFill>
                <a:effectLst>
                  <a:glow rad="317500">
                    <a:schemeClr val="tx1"/>
                  </a:glow>
                </a:effectLst>
                <a:latin typeface="HGS明朝B" panose="02020800000000000000" pitchFamily="18" charset="-128"/>
                <a:ea typeface="HGS明朝B" panose="02020800000000000000" pitchFamily="18" charset="-128"/>
              </a:rPr>
              <a:t>短めの怖い話</a:t>
            </a:r>
            <a:endParaRPr kumimoji="1" lang="ja-JP" altLang="en-US" sz="2800" b="1" dirty="0">
              <a:solidFill>
                <a:schemeClr val="bg1"/>
              </a:solidFill>
              <a:effectLst>
                <a:glow rad="317500">
                  <a:schemeClr val="tx1"/>
                </a:glow>
              </a:effectLst>
              <a:latin typeface="HGS明朝B" panose="02020800000000000000" pitchFamily="18" charset="-128"/>
              <a:ea typeface="HGS明朝B" panose="020208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74314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AC7B8-03AC-F27D-E174-07DC4C455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8639A001-F178-BF7E-A46F-8E4C1D1884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l="19321" t="13418" r="19321" b="23356"/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2AB77D1-CCB0-F631-5DAF-E2AF118E73AD}"/>
              </a:ext>
            </a:extLst>
          </p:cNvPr>
          <p:cNvSpPr>
            <a:spLocks/>
          </p:cNvSpPr>
          <p:nvPr/>
        </p:nvSpPr>
        <p:spPr>
          <a:xfrm flipH="1">
            <a:off x="-2" y="4214949"/>
            <a:ext cx="11798711" cy="2643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5000" b="1" spc="-2000" dirty="0">
                <a:gradFill>
                  <a:gsLst>
                    <a:gs pos="0">
                      <a:srgbClr val="FF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effectLst>
                  <a:glow rad="317500">
                    <a:schemeClr val="tx1"/>
                  </a:glow>
                </a:effectLst>
              </a:rPr>
              <a:t>頭</a:t>
            </a:r>
            <a:r>
              <a:rPr lang="ja-JP" altLang="en-US" sz="12500" b="1" spc="-2000" dirty="0">
                <a:gradFill>
                  <a:gsLst>
                    <a:gs pos="0">
                      <a:srgbClr val="FF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effectLst>
                  <a:glow rad="317500">
                    <a:schemeClr val="tx1"/>
                  </a:glow>
                </a:effectLst>
              </a:rPr>
              <a:t>が</a:t>
            </a:r>
            <a:r>
              <a:rPr lang="ja-JP" altLang="en-US" sz="15000" b="1" spc="-2000" dirty="0">
                <a:gradFill>
                  <a:gsLst>
                    <a:gs pos="0">
                      <a:srgbClr val="FF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effectLst>
                  <a:glow rad="317500">
                    <a:schemeClr val="tx1"/>
                  </a:glow>
                </a:effectLst>
              </a:rPr>
              <a:t>大</a:t>
            </a:r>
            <a:r>
              <a:rPr lang="ja-JP" altLang="en-US" sz="12500" b="1" spc="-2000" dirty="0">
                <a:gradFill>
                  <a:gsLst>
                    <a:gs pos="0">
                      <a:srgbClr val="FF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effectLst>
                  <a:glow rad="317500">
                    <a:schemeClr val="tx1"/>
                  </a:glow>
                </a:effectLst>
              </a:rPr>
              <a:t>きい</a:t>
            </a:r>
            <a:r>
              <a:rPr lang="ja-JP" altLang="en-US" sz="15000" b="1" spc="-2000" dirty="0">
                <a:gradFill>
                  <a:gsLst>
                    <a:gs pos="0">
                      <a:srgbClr val="FF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effectLst>
                  <a:glow rad="317500">
                    <a:schemeClr val="tx1"/>
                  </a:glow>
                </a:effectLst>
              </a:rPr>
              <a:t>子</a:t>
            </a:r>
            <a:r>
              <a:rPr lang="ja-JP" altLang="en-US" sz="12500" b="1" spc="-2000" dirty="0">
                <a:gradFill>
                  <a:gsLst>
                    <a:gs pos="0">
                      <a:srgbClr val="FF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effectLst>
                  <a:glow rad="317500">
                    <a:schemeClr val="tx1"/>
                  </a:glow>
                </a:effectLst>
              </a:rPr>
              <a:t>供</a:t>
            </a:r>
            <a:endParaRPr lang="en-US" altLang="ja-JP" sz="12500" b="1" spc="-2000" dirty="0">
              <a:solidFill>
                <a:schemeClr val="bg1"/>
              </a:solidFill>
              <a:effectLst>
                <a:glow rad="317500">
                  <a:schemeClr val="tx1"/>
                </a:glow>
              </a:effectLst>
            </a:endParaRPr>
          </a:p>
        </p:txBody>
      </p:sp>
      <p:pic>
        <p:nvPicPr>
          <p:cNvPr id="11" name="グラフィックス 10" descr="しぶき">
            <a:extLst>
              <a:ext uri="{FF2B5EF4-FFF2-40B4-BE49-F238E27FC236}">
                <a16:creationId xmlns:a16="http://schemas.microsoft.com/office/drawing/2014/main" id="{64F59919-1CED-B2A9-13C6-F09CF32216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-2"/>
            <a:ext cx="2092751" cy="2092751"/>
          </a:xfrm>
          <a:prstGeom prst="rect">
            <a:avLst/>
          </a:prstGeom>
          <a:effectLst>
            <a:glow rad="317500">
              <a:schemeClr val="bg1"/>
            </a:glow>
          </a:effectLst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2CB5209-5619-89EF-1442-AB26C9704518}"/>
              </a:ext>
            </a:extLst>
          </p:cNvPr>
          <p:cNvSpPr/>
          <p:nvPr/>
        </p:nvSpPr>
        <p:spPr>
          <a:xfrm>
            <a:off x="500323" y="513645"/>
            <a:ext cx="4862706" cy="10654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6000" b="1" dirty="0">
                <a:solidFill>
                  <a:schemeClr val="bg1"/>
                </a:solidFill>
                <a:effectLst>
                  <a:glow rad="317500">
                    <a:schemeClr val="tx1"/>
                  </a:glow>
                </a:effectLst>
                <a:latin typeface="HGS明朝B" panose="02020800000000000000" pitchFamily="18" charset="-128"/>
                <a:ea typeface="HGS明朝B" panose="02020800000000000000" pitchFamily="18" charset="-128"/>
              </a:rPr>
              <a:t>短めの怖い話</a:t>
            </a:r>
            <a:endParaRPr kumimoji="1" lang="ja-JP" altLang="en-US" sz="2800" b="1" dirty="0">
              <a:solidFill>
                <a:schemeClr val="bg1"/>
              </a:solidFill>
              <a:effectLst>
                <a:glow rad="317500">
                  <a:schemeClr val="tx1"/>
                </a:glow>
              </a:effectLst>
              <a:latin typeface="HGS明朝B" panose="02020800000000000000" pitchFamily="18" charset="-128"/>
              <a:ea typeface="HGS明朝B" panose="020208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61014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BBCCB-0E3E-20D9-3840-3431F7BCE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0E423145-0DFA-860D-1C44-A770A9BDBB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08" t="6731" r="8008" b="6731"/>
          <a:stretch>
            <a:fillRect/>
          </a:stretch>
        </p:blipFill>
        <p:spPr>
          <a:xfrm>
            <a:off x="0" y="-2"/>
            <a:ext cx="12192000" cy="6858001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D387A5A-CD2A-A27A-61DB-AD309AB0FA58}"/>
              </a:ext>
            </a:extLst>
          </p:cNvPr>
          <p:cNvSpPr>
            <a:spLocks/>
          </p:cNvSpPr>
          <p:nvPr/>
        </p:nvSpPr>
        <p:spPr>
          <a:xfrm flipH="1">
            <a:off x="-1" y="4214948"/>
            <a:ext cx="12191999" cy="2643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5000" b="1" spc="-2000" dirty="0">
                <a:gradFill>
                  <a:gsLst>
                    <a:gs pos="0">
                      <a:srgbClr val="FF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effectLst>
                  <a:glow rad="317500">
                    <a:schemeClr val="tx1"/>
                  </a:glow>
                </a:effectLst>
              </a:rPr>
              <a:t>深夜の来訪者</a:t>
            </a:r>
            <a:endParaRPr lang="en-US" altLang="ja-JP" sz="18000" b="1" spc="-2000" dirty="0">
              <a:solidFill>
                <a:schemeClr val="bg1"/>
              </a:solidFill>
              <a:effectLst>
                <a:glow rad="317500">
                  <a:schemeClr val="tx1"/>
                </a:glow>
              </a:effectLst>
            </a:endParaRPr>
          </a:p>
        </p:txBody>
      </p:sp>
      <p:pic>
        <p:nvPicPr>
          <p:cNvPr id="3" name="グラフィックス 2" descr="しぶき">
            <a:extLst>
              <a:ext uri="{FF2B5EF4-FFF2-40B4-BE49-F238E27FC236}">
                <a16:creationId xmlns:a16="http://schemas.microsoft.com/office/drawing/2014/main" id="{CF108978-E678-78D7-7C70-B90238DD2B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2"/>
            <a:ext cx="2092751" cy="2092751"/>
          </a:xfrm>
          <a:prstGeom prst="rect">
            <a:avLst/>
          </a:prstGeom>
          <a:effectLst>
            <a:glow rad="317500">
              <a:schemeClr val="bg1"/>
            </a:glow>
          </a:effectLst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B44D574-FD49-41B6-2C4D-D1B219217BDB}"/>
              </a:ext>
            </a:extLst>
          </p:cNvPr>
          <p:cNvSpPr/>
          <p:nvPr/>
        </p:nvSpPr>
        <p:spPr>
          <a:xfrm>
            <a:off x="500323" y="513645"/>
            <a:ext cx="4862706" cy="10654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6000" b="1" dirty="0">
                <a:solidFill>
                  <a:schemeClr val="bg1"/>
                </a:solidFill>
                <a:effectLst>
                  <a:glow rad="317500">
                    <a:schemeClr val="tx1"/>
                  </a:glow>
                </a:effectLst>
                <a:latin typeface="HGS明朝B" panose="02020800000000000000" pitchFamily="18" charset="-128"/>
                <a:ea typeface="HGS明朝B" panose="02020800000000000000" pitchFamily="18" charset="-128"/>
              </a:rPr>
              <a:t>短めの怖い話</a:t>
            </a:r>
            <a:endParaRPr kumimoji="1" lang="ja-JP" altLang="en-US" sz="2800" b="1" dirty="0">
              <a:solidFill>
                <a:schemeClr val="bg1"/>
              </a:solidFill>
              <a:effectLst>
                <a:glow rad="317500">
                  <a:schemeClr val="tx1"/>
                </a:glow>
              </a:effectLst>
              <a:latin typeface="HGS明朝B" panose="02020800000000000000" pitchFamily="18" charset="-128"/>
              <a:ea typeface="HGS明朝B" panose="020208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42431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97A6A-0C76-521E-3B8B-3B40CBAB9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729E9CB3-5CCD-CED1-56F4-80C2165527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001" t="23381" r="33999" b="43646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2F83F9E-EC1C-D2D9-6E2E-004D3D231C85}"/>
              </a:ext>
            </a:extLst>
          </p:cNvPr>
          <p:cNvSpPr>
            <a:spLocks/>
          </p:cNvSpPr>
          <p:nvPr/>
        </p:nvSpPr>
        <p:spPr>
          <a:xfrm flipH="1">
            <a:off x="-1" y="4214948"/>
            <a:ext cx="12191999" cy="2643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5000" b="1" spc="-2000" dirty="0">
                <a:gradFill>
                  <a:gsLst>
                    <a:gs pos="0">
                      <a:srgbClr val="FF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effectLst>
                  <a:glow rad="317500">
                    <a:schemeClr val="tx1"/>
                  </a:glow>
                </a:effectLst>
              </a:rPr>
              <a:t>追って来る女</a:t>
            </a:r>
            <a:endParaRPr lang="en-US" altLang="ja-JP" sz="15000" b="1" spc="-2000" dirty="0">
              <a:solidFill>
                <a:schemeClr val="bg1"/>
              </a:solidFill>
              <a:effectLst>
                <a:glow rad="317500">
                  <a:schemeClr val="tx1"/>
                </a:glow>
              </a:effectLst>
            </a:endParaRPr>
          </a:p>
        </p:txBody>
      </p:sp>
      <p:pic>
        <p:nvPicPr>
          <p:cNvPr id="3" name="グラフィックス 2" descr="しぶき">
            <a:extLst>
              <a:ext uri="{FF2B5EF4-FFF2-40B4-BE49-F238E27FC236}">
                <a16:creationId xmlns:a16="http://schemas.microsoft.com/office/drawing/2014/main" id="{D6868E49-3E02-567F-C8A5-D1B1B214EB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2"/>
            <a:ext cx="2092751" cy="2092751"/>
          </a:xfrm>
          <a:prstGeom prst="rect">
            <a:avLst/>
          </a:prstGeom>
          <a:effectLst>
            <a:glow rad="317500">
              <a:schemeClr val="bg1"/>
            </a:glow>
          </a:effectLst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1D68D77-E3D5-F353-E880-157189709CB9}"/>
              </a:ext>
            </a:extLst>
          </p:cNvPr>
          <p:cNvSpPr/>
          <p:nvPr/>
        </p:nvSpPr>
        <p:spPr>
          <a:xfrm>
            <a:off x="500323" y="513645"/>
            <a:ext cx="4862706" cy="10654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6000" b="1" dirty="0">
                <a:solidFill>
                  <a:schemeClr val="bg1"/>
                </a:solidFill>
                <a:effectLst>
                  <a:glow rad="317500">
                    <a:schemeClr val="tx1"/>
                  </a:glow>
                </a:effectLst>
                <a:latin typeface="HGS明朝B" panose="02020800000000000000" pitchFamily="18" charset="-128"/>
                <a:ea typeface="HGS明朝B" panose="02020800000000000000" pitchFamily="18" charset="-128"/>
              </a:rPr>
              <a:t>短めの怖い話</a:t>
            </a:r>
            <a:endParaRPr kumimoji="1" lang="ja-JP" altLang="en-US" sz="2800" b="1" dirty="0">
              <a:solidFill>
                <a:schemeClr val="bg1"/>
              </a:solidFill>
              <a:effectLst>
                <a:glow rad="317500">
                  <a:schemeClr val="tx1"/>
                </a:glow>
              </a:effectLst>
              <a:latin typeface="HGS明朝B" panose="02020800000000000000" pitchFamily="18" charset="-128"/>
              <a:ea typeface="HGS明朝B" panose="020208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38605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41AB3BF4-4803-77BF-3A09-0A9DB3DBD1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78" r="2222" b="984"/>
          <a:stretch>
            <a:fillRect/>
          </a:stretch>
        </p:blipFill>
        <p:spPr>
          <a:xfrm>
            <a:off x="1" y="0"/>
            <a:ext cx="12192000" cy="6857999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1DA0500-44A9-D77E-0930-F7A35EEFEAD9}"/>
              </a:ext>
            </a:extLst>
          </p:cNvPr>
          <p:cNvSpPr>
            <a:spLocks/>
          </p:cNvSpPr>
          <p:nvPr/>
        </p:nvSpPr>
        <p:spPr>
          <a:xfrm flipH="1">
            <a:off x="-1" y="4214948"/>
            <a:ext cx="12191999" cy="2643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5000" b="1" spc="-2000" dirty="0">
                <a:gradFill>
                  <a:gsLst>
                    <a:gs pos="0">
                      <a:srgbClr val="FF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effectLst>
                  <a:glow rad="317500">
                    <a:schemeClr val="tx1"/>
                  </a:glow>
                </a:effectLst>
              </a:rPr>
              <a:t>黒い鬼が来る</a:t>
            </a:r>
            <a:endParaRPr lang="en-US" altLang="ja-JP" sz="15000" b="1" spc="-2000" dirty="0">
              <a:solidFill>
                <a:schemeClr val="bg1"/>
              </a:solidFill>
              <a:effectLst>
                <a:glow rad="317500">
                  <a:schemeClr val="tx1"/>
                </a:glow>
              </a:effectLst>
            </a:endParaRPr>
          </a:p>
        </p:txBody>
      </p:sp>
      <p:pic>
        <p:nvPicPr>
          <p:cNvPr id="4" name="グラフィックス 3" descr="しぶき">
            <a:extLst>
              <a:ext uri="{FF2B5EF4-FFF2-40B4-BE49-F238E27FC236}">
                <a16:creationId xmlns:a16="http://schemas.microsoft.com/office/drawing/2014/main" id="{C0ACF55E-938B-4A40-346F-A1822BA41C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2"/>
            <a:ext cx="2092751" cy="2092751"/>
          </a:xfrm>
          <a:prstGeom prst="rect">
            <a:avLst/>
          </a:prstGeom>
          <a:effectLst>
            <a:glow rad="317500">
              <a:schemeClr val="bg1"/>
            </a:glow>
          </a:effectLst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0C488B5-4B35-5CD0-9F78-8035C2901859}"/>
              </a:ext>
            </a:extLst>
          </p:cNvPr>
          <p:cNvSpPr/>
          <p:nvPr/>
        </p:nvSpPr>
        <p:spPr>
          <a:xfrm>
            <a:off x="500323" y="513645"/>
            <a:ext cx="4862706" cy="10654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6000" b="1" dirty="0">
                <a:solidFill>
                  <a:schemeClr val="bg1"/>
                </a:solidFill>
                <a:effectLst>
                  <a:glow rad="317500">
                    <a:schemeClr val="tx1"/>
                  </a:glow>
                </a:effectLst>
                <a:latin typeface="HGS明朝B" panose="02020800000000000000" pitchFamily="18" charset="-128"/>
                <a:ea typeface="HGS明朝B" panose="02020800000000000000" pitchFamily="18" charset="-128"/>
              </a:rPr>
              <a:t>短めの怖い話</a:t>
            </a:r>
            <a:endParaRPr kumimoji="1" lang="ja-JP" altLang="en-US" sz="2800" b="1" dirty="0">
              <a:solidFill>
                <a:schemeClr val="bg1"/>
              </a:solidFill>
              <a:effectLst>
                <a:glow rad="317500">
                  <a:schemeClr val="tx1"/>
                </a:glow>
              </a:effectLst>
              <a:latin typeface="HGS明朝B" panose="02020800000000000000" pitchFamily="18" charset="-128"/>
              <a:ea typeface="HGS明朝B" panose="020208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52677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2049</TotalTime>
  <Words>117</Words>
  <Application>Microsoft Office PowerPoint</Application>
  <PresentationFormat>ワイド画面</PresentationFormat>
  <Paragraphs>33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HGS明朝B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正人 小竹</dc:creator>
  <cp:lastModifiedBy>正人 小竹</cp:lastModifiedBy>
  <cp:revision>335</cp:revision>
  <dcterms:created xsi:type="dcterms:W3CDTF">2025-04-10T13:53:11Z</dcterms:created>
  <dcterms:modified xsi:type="dcterms:W3CDTF">2026-10-12T06:37:32Z</dcterms:modified>
</cp:coreProperties>
</file>