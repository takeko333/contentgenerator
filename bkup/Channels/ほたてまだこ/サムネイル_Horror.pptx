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360" r:id="rId2"/>
    <p:sldId id="361" r:id="rId3"/>
    <p:sldId id="341" r:id="rId4"/>
    <p:sldId id="365" r:id="rId5"/>
    <p:sldId id="364" r:id="rId6"/>
    <p:sldId id="363" r:id="rId7"/>
    <p:sldId id="362" r:id="rId8"/>
    <p:sldId id="357" r:id="rId9"/>
    <p:sldId id="359" r:id="rId10"/>
    <p:sldId id="356" r:id="rId11"/>
    <p:sldId id="354" r:id="rId12"/>
    <p:sldId id="346" r:id="rId13"/>
    <p:sldId id="343" r:id="rId14"/>
    <p:sldId id="351" r:id="rId15"/>
    <p:sldId id="344" r:id="rId16"/>
    <p:sldId id="342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メモ" id="{C4FF4105-5834-446B-9518-872F85212387}">
          <p14:sldIdLst>
            <p14:sldId id="360"/>
          </p14:sldIdLst>
        </p14:section>
        <p14:section name="作成中" id="{0603C16C-4B37-4E3F-9F8D-57405CA1E500}">
          <p14:sldIdLst>
            <p14:sldId id="361"/>
          </p14:sldIdLst>
        </p14:section>
        <p14:section name="公開済み" id="{B57027CF-4506-4278-9BB0-3BC7927B9DC6}">
          <p14:sldIdLst>
            <p14:sldId id="341"/>
            <p14:sldId id="365"/>
            <p14:sldId id="364"/>
            <p14:sldId id="363"/>
            <p14:sldId id="362"/>
            <p14:sldId id="357"/>
            <p14:sldId id="359"/>
            <p14:sldId id="356"/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778" autoAdjust="0"/>
    <p:restoredTop sz="96242" autoAdjust="0"/>
  </p:normalViewPr>
  <p:slideViewPr>
    <p:cSldViewPr snapToGrid="0">
      <p:cViewPr varScale="1">
        <p:scale>
          <a:sx n="110" d="100"/>
          <a:sy n="110" d="100"/>
        </p:scale>
        <p:origin x="58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1CC12-D5EE-934E-43BF-44780A3EE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F3683C7-A197-85C9-1935-067070B8BB5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四つん這いの女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耳が無い子供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一本足の子供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天井に張り付く女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壁を這う女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非常階段の女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電柱女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同じ顔の集団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折れ曲がった女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関節の無い男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口裂け男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風呂場の子供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人形を抱く男</a:t>
            </a:r>
          </a:p>
        </p:txBody>
      </p:sp>
    </p:spTree>
    <p:extLst>
      <p:ext uri="{BB962C8B-B14F-4D97-AF65-F5344CB8AC3E}">
        <p14:creationId xmlns:p14="http://schemas.microsoft.com/office/powerpoint/2010/main" val="1490870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584AC-4A5B-203C-9196-E574E63CF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5A7BE94A-9396-D8D4-DB44-4DA9CF8828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816" t="13728" r="14816" b="13728"/>
          <a:stretch>
            <a:fillRect/>
          </a:stretch>
        </p:blipFill>
        <p:spPr>
          <a:xfrm>
            <a:off x="0" y="-2"/>
            <a:ext cx="12192000" cy="6858002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2014892-1771-A64E-8A6E-9999E3371708}"/>
              </a:ext>
            </a:extLst>
          </p:cNvPr>
          <p:cNvSpPr>
            <a:spLocks/>
          </p:cNvSpPr>
          <p:nvPr/>
        </p:nvSpPr>
        <p:spPr>
          <a:xfrm flipH="1">
            <a:off x="-275765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トイレ</a:t>
            </a:r>
            <a:r>
              <a:rPr lang="ja-JP" altLang="en-US" sz="104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の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たか子</a:t>
            </a:r>
            <a:r>
              <a:rPr lang="ja-JP" altLang="en-US" sz="104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さん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AE986C40-593A-35B6-BB32-167B67FA3E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1114ED3-F677-51D2-D1A4-B500B3CDAC84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88434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DFC7B-7260-D5F0-E10B-9C4187868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67B1A716-4648-3C3D-D5C7-868C5744B92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bg1">
                <a:tint val="45000"/>
                <a:satMod val="400000"/>
              </a:schemeClr>
            </a:duotone>
          </a:blip>
          <a:srcRect l="1476" t="18447" r="37283" b="18448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1DC34540-C0F1-538A-3D3B-D8D5F3CB4A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B03341C-D60B-968E-23EE-5764FE2A91BF}"/>
              </a:ext>
            </a:extLst>
          </p:cNvPr>
          <p:cNvSpPr/>
          <p:nvPr/>
        </p:nvSpPr>
        <p:spPr>
          <a:xfrm>
            <a:off x="500323" y="513645"/>
            <a:ext cx="1060559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怖い話まとめ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BABCD97A-A0B4-145C-B698-2EF89BBE2EE0}"/>
              </a:ext>
            </a:extLst>
          </p:cNvPr>
          <p:cNvSpPr>
            <a:spLocks/>
          </p:cNvSpPr>
          <p:nvPr/>
        </p:nvSpPr>
        <p:spPr>
          <a:xfrm flipH="1">
            <a:off x="500324" y="2092747"/>
            <a:ext cx="10605598" cy="2893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垂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下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がる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髪</a:t>
            </a:r>
            <a:endParaRPr lang="en-US" altLang="ja-JP" sz="15000" b="1" spc="-2000" dirty="0">
              <a:gradFill>
                <a:gsLst>
                  <a:gs pos="0">
                    <a:srgbClr val="FF0000"/>
                  </a:gs>
                  <a:gs pos="100000">
                    <a:srgbClr val="000000"/>
                  </a:gs>
                </a:gsLst>
                <a:lin ang="5400000" scaled="1"/>
              </a:gradFill>
              <a:effectLst>
                <a:glow rad="317500">
                  <a:schemeClr val="tx1"/>
                </a:glow>
              </a:effectLst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57CBF90E-F885-B98A-5338-133C8C5A8316}"/>
              </a:ext>
            </a:extLst>
          </p:cNvPr>
          <p:cNvSpPr>
            <a:spLocks/>
          </p:cNvSpPr>
          <p:nvPr/>
        </p:nvSpPr>
        <p:spPr>
          <a:xfrm flipH="1">
            <a:off x="500323" y="4524838"/>
            <a:ext cx="10605597" cy="18195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8000" b="1" spc="-2000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</a:rPr>
              <a:t>についての     </a:t>
            </a:r>
            <a:r>
              <a:rPr lang="ja-JP" altLang="en-US" sz="10000" b="1" spc="-2000" dirty="0">
                <a:solidFill>
                  <a:srgbClr val="FF0000"/>
                </a:solidFill>
                <a:effectLst>
                  <a:glow rad="317500">
                    <a:schemeClr val="tx1"/>
                  </a:glow>
                </a:effectLst>
              </a:rPr>
              <a:t>短</a:t>
            </a:r>
            <a:r>
              <a:rPr lang="ja-JP" altLang="en-US" sz="10000" b="1" spc="-2000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</a:rPr>
              <a:t>  編９話</a:t>
            </a:r>
            <a:endParaRPr lang="en-US" altLang="ja-JP" sz="10000" b="1" spc="-2000" dirty="0">
              <a:solidFill>
                <a:srgbClr val="FF0000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2592637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9C911-843C-D604-B3D9-7863D0317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06F55F8-83E1-7C12-683A-E0422DA21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0295" t="53841" r="24909"/>
          <a:stretch>
            <a:fillRect/>
          </a:stretch>
        </p:blipFill>
        <p:spPr>
          <a:xfrm>
            <a:off x="0" y="-2"/>
            <a:ext cx="12192000" cy="6858002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0192314-7DC0-6D2E-0290-1755CBC479B3}"/>
              </a:ext>
            </a:extLst>
          </p:cNvPr>
          <p:cNvSpPr>
            <a:spLocks/>
          </p:cNvSpPr>
          <p:nvPr/>
        </p:nvSpPr>
        <p:spPr>
          <a:xfrm flipH="1">
            <a:off x="-13879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異常な水死体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6213BBB0-D65E-8602-327B-61F7EFD91C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38FE815-F457-6FDC-5603-3572D935ACA8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74605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5ADDC-0037-BF4C-0218-D12507997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B02F5C0-82FB-228D-9BE0-95A2CD9D6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19353" t="11183" r="19353" b="25659"/>
          <a:stretch>
            <a:fillRect/>
          </a:stretch>
        </p:blipFill>
        <p:spPr>
          <a:xfrm>
            <a:off x="1" y="-2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E4F5A28-465B-9A54-0788-6EFE989BFA3D}"/>
              </a:ext>
            </a:extLst>
          </p:cNvPr>
          <p:cNvSpPr>
            <a:spLocks/>
          </p:cNvSpPr>
          <p:nvPr/>
        </p:nvSpPr>
        <p:spPr>
          <a:xfrm flipH="1">
            <a:off x="-95249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地元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の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特級呪物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6D2B552D-941B-0A92-EC61-8E763AC19B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67EE7E6-BAE9-A279-7CD8-8FC335AE2B0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73333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0AB11-8934-897C-CF45-BA9DE046F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4F74B6DE-241D-0913-5CD1-114BCF7852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24" t="17613" r="16660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11F4DD9-F6CA-2DCE-6788-DDA78DC21E04}"/>
              </a:ext>
            </a:extLst>
          </p:cNvPr>
          <p:cNvSpPr>
            <a:spLocks/>
          </p:cNvSpPr>
          <p:nvPr/>
        </p:nvSpPr>
        <p:spPr>
          <a:xfrm flipH="1">
            <a:off x="-95249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便器と話す母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D7F54FCC-76E7-EEF3-C7D7-A48F7A0B3C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480640B-1A6D-8956-9F05-202DAA912008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27963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428C2-9F43-F2E4-0CE6-7A5A55F6E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4A6A83A-29C2-0F2C-AC77-C2E854D7FC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9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26538" t="27966" r="26538" b="23681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6EB93AB-407E-189C-ADDB-74F8FD9D09FC}"/>
              </a:ext>
            </a:extLst>
          </p:cNvPr>
          <p:cNvSpPr>
            <a:spLocks/>
          </p:cNvSpPr>
          <p:nvPr/>
        </p:nvSpPr>
        <p:spPr>
          <a:xfrm flipH="1">
            <a:off x="1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山中の鳥居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324753B6-D059-4312-F80B-0C075C5BC3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EA65888-1B52-A5FA-E175-DFADE59F2ABE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591538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9E31F-83AD-4ABE-AC20-2FAFD3D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A0C2D8-1EC9-6C4C-DFE5-1435FF9D0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7653" t="12731" r="7653"/>
          <a:stretch>
            <a:fillRect/>
          </a:stretch>
        </p:blipFill>
        <p:spPr>
          <a:xfrm>
            <a:off x="-2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649381-A15E-1EDF-05ED-403FF01ABF6D}"/>
              </a:ext>
            </a:extLst>
          </p:cNvPr>
          <p:cNvSpPr>
            <a:spLocks/>
          </p:cNvSpPr>
          <p:nvPr/>
        </p:nvSpPr>
        <p:spPr>
          <a:xfrm flipH="1">
            <a:off x="-152399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怪異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がいる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会社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5" name="グラフィックス 14" descr="しぶき">
            <a:extLst>
              <a:ext uri="{FF2B5EF4-FFF2-40B4-BE49-F238E27FC236}">
                <a16:creationId xmlns:a16="http://schemas.microsoft.com/office/drawing/2014/main" id="{6188BCEF-EC7A-1073-2A05-5AC55AB5C4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B93C286-07C7-1883-B15E-B340305E73A7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7984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E09BE40-FEB3-CE5B-EAE1-C5AF1585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191" t="54609" r="34191" b="12812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F157F4A-3EDB-DDB7-4AFB-23D9D51A048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押入れの生首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5" name="グラフィックス 14" descr="しぶき">
            <a:extLst>
              <a:ext uri="{FF2B5EF4-FFF2-40B4-BE49-F238E27FC236}">
                <a16:creationId xmlns:a16="http://schemas.microsoft.com/office/drawing/2014/main" id="{08FDC752-0124-1941-D5B6-40BC95E3B3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08875B0-5944-AFAC-69CF-8BF26873D2D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4543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CA13-4090-17EB-D2E8-C5955E9E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81F99CF-5F4D-2E18-BDD2-A93598D53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11097" t="9915" r="11097" b="99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58AAE43-5547-2575-B061-557343DF80ED}"/>
              </a:ext>
            </a:extLst>
          </p:cNvPr>
          <p:cNvSpPr>
            <a:spLocks/>
          </p:cNvSpPr>
          <p:nvPr/>
        </p:nvSpPr>
        <p:spPr>
          <a:xfrm flipH="1">
            <a:off x="-13063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その女を見るな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4" name="グラフィックス 3" descr="しぶき">
            <a:extLst>
              <a:ext uri="{FF2B5EF4-FFF2-40B4-BE49-F238E27FC236}">
                <a16:creationId xmlns:a16="http://schemas.microsoft.com/office/drawing/2014/main" id="{E93E3ED7-09C4-E562-9C15-1A1FC6F999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E69022A-6DC2-C952-9D76-F5A66336819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460861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13" t="3443" r="34556" b="7225"/>
          <a:stretch>
            <a:fillRect/>
          </a:stretch>
        </p:blipFill>
        <p:spPr>
          <a:xfrm rot="5400000">
            <a:off x="2666996" y="-2667001"/>
            <a:ext cx="6858003" cy="12191997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BF13D5CB-F1E3-5E3A-38EF-F250F4343F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1150C66-3E4E-A79E-BA26-6DF5132A875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012" t="14050" r="22163" b="2935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58746E-ED75-16F4-FC50-42D005868AF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3AF3B707-7A44-53A8-C5EA-419FAD5E10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523885F-B72F-6E18-66B3-E8A24F3483AD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13418" r="19321" b="23356"/>
          <a:stretch>
            <a:fillRect/>
          </a:stretch>
        </p:blipFill>
        <p:spPr>
          <a:xfrm>
            <a:off x="-2" y="0"/>
            <a:ext cx="12191999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64F59919-1CED-B2A9-13C6-F09CF32216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2CB5209-5619-89EF-1442-AB26C9704518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深夜の来訪者</a:t>
            </a:r>
            <a:endParaRPr lang="en-US" altLang="ja-JP" sz="18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CF108978-E678-78D7-7C70-B90238DD2B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B44D574-FD49-41B6-2C4D-D1B219217BDB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追って来る女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D6868E49-3E02-567F-C8A5-D1B1B214EB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1D68D77-E3D5-F353-E880-157189709CB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黒い鬼が来る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4" name="グラフィックス 3" descr="しぶき">
            <a:extLst>
              <a:ext uri="{FF2B5EF4-FFF2-40B4-BE49-F238E27FC236}">
                <a16:creationId xmlns:a16="http://schemas.microsoft.com/office/drawing/2014/main" id="{C0ACF55E-938B-4A40-346F-A1822BA41C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C488B5-4B35-5CD0-9F78-8035C290185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2541</TotalTime>
  <Words>159</Words>
  <Application>Microsoft Office PowerPoint</Application>
  <PresentationFormat>ワイド画面</PresentationFormat>
  <Paragraphs>44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1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385</cp:revision>
  <dcterms:created xsi:type="dcterms:W3CDTF">2025-04-10T13:53:11Z</dcterms:created>
  <dcterms:modified xsi:type="dcterms:W3CDTF">2026-10-25T11:25:21Z</dcterms:modified>
</cp:coreProperties>
</file>