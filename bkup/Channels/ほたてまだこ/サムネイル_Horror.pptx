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342" r:id="rId2"/>
    <p:sldId id="343" r:id="rId3"/>
    <p:sldId id="344" r:id="rId4"/>
    <p:sldId id="345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53" autoAdjust="0"/>
    <p:restoredTop sz="96242" autoAdjust="0"/>
  </p:normalViewPr>
  <p:slideViewPr>
    <p:cSldViewPr snapToGrid="0">
      <p:cViewPr varScale="1">
        <p:scale>
          <a:sx n="74" d="100"/>
          <a:sy n="74" d="100"/>
        </p:scale>
        <p:origin x="32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鬼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が来るよ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771E54B-019F-1E9E-DE10-7EE91EF73F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10" r="11746" b="6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私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も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れて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？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8B163-8652-7488-518A-95640F9F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3521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1245</TotalTime>
  <Words>13</Words>
  <Application>Microsoft Office PowerPoint</Application>
  <PresentationFormat>ワイド画面</PresentationFormat>
  <Paragraphs>4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204</cp:revision>
  <dcterms:created xsi:type="dcterms:W3CDTF">2025-04-10T13:53:11Z</dcterms:created>
  <dcterms:modified xsi:type="dcterms:W3CDTF">2026-09-21T12:39:33Z</dcterms:modified>
</cp:coreProperties>
</file>