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343" r:id="rId2"/>
    <p:sldId id="346" r:id="rId3"/>
    <p:sldId id="345" r:id="rId4"/>
    <p:sldId id="349" r:id="rId5"/>
    <p:sldId id="347" r:id="rId6"/>
    <p:sldId id="348" r:id="rId7"/>
    <p:sldId id="350" r:id="rId8"/>
    <p:sldId id="351" r:id="rId9"/>
    <p:sldId id="344" r:id="rId10"/>
    <p:sldId id="342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1327" autoAdjust="0"/>
    <p:restoredTop sz="96242" autoAdjust="0"/>
  </p:normalViewPr>
  <p:slideViewPr>
    <p:cSldViewPr snapToGrid="0">
      <p:cViewPr>
        <p:scale>
          <a:sx n="10" d="100"/>
          <a:sy n="10" d="100"/>
        </p:scale>
        <p:origin x="1820" y="14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134" t="33105" r="23134" b="11528"/>
          <a:stretch>
            <a:fillRect/>
          </a:stretch>
        </p:blipFill>
        <p:spPr>
          <a:xfrm>
            <a:off x="-1" y="-3"/>
            <a:ext cx="12192001" cy="6858003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1" y="4214949"/>
            <a:ext cx="12192000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異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常な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供がいる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772EBA85-9739-F8FD-9601-79D68C965B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845" t="8602" r="9845" b="8602"/>
          <a:stretch>
            <a:fillRect/>
          </a:stretch>
        </p:blipFill>
        <p:spPr>
          <a:xfrm>
            <a:off x="-1" y="-3"/>
            <a:ext cx="12191999" cy="6858003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95ECFED5-BA1A-92A4-1CC7-E3E3DD5C0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C9D222-14E7-2080-85CB-C8280032E8B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31C214F-652A-A2F0-4712-22C2DE9D8EF0}"/>
              </a:ext>
            </a:extLst>
          </p:cNvPr>
          <p:cNvSpPr>
            <a:spLocks/>
          </p:cNvSpPr>
          <p:nvPr/>
        </p:nvSpPr>
        <p:spPr>
          <a:xfrm flipH="1">
            <a:off x="-1" y="4214949"/>
            <a:ext cx="12192000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聞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こえたら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終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わり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8B163-8652-7488-518A-95640F9FA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3B4D521-6A6B-4AC8-A4AF-3B3DC3B03D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6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E58AA867-9713-0B6E-47C5-94FD8474A7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2A7E823-34CC-DDCB-BA42-567EC0A58DA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67960B0-63E1-A7AC-24D2-004EC80512EA}"/>
              </a:ext>
            </a:extLst>
          </p:cNvPr>
          <p:cNvSpPr>
            <a:spLocks/>
          </p:cNvSpPr>
          <p:nvPr/>
        </p:nvSpPr>
        <p:spPr>
          <a:xfrm flipH="1">
            <a:off x="-1" y="4214949"/>
            <a:ext cx="12192000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みてみてみて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03521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C423C-C928-5464-AB23-2920C510E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DEC3B4-444B-7EDB-9F5C-3F1BE4FAF4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1254259" y="-4024782"/>
            <a:ext cx="27321996" cy="14907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776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BAD15-FF5A-C2AA-EAF7-6742B8F12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52DD220-96BB-1213-F7AF-41C07B8FF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766762"/>
            <a:ext cx="9753600" cy="5324475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EB783CE7-7DBA-59C2-A96B-E602E500B4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" y="766762"/>
            <a:ext cx="9753600" cy="532447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211BAE50-5101-CE32-5453-82A97CD180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200" y="766762"/>
            <a:ext cx="9753600" cy="5324475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8DA025D0-D33E-3DE7-9294-92243A686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200" y="766762"/>
            <a:ext cx="9753600" cy="532447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6DEA30D3-5700-53E7-3ADC-F2D95A3F4E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9200" y="766762"/>
            <a:ext cx="9753600" cy="5324475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8000B04A-DBCA-1F98-786A-7537927330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9200" y="766762"/>
            <a:ext cx="9753600" cy="53244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31B7206E-17EB-29F8-752C-B24F92FF23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19200" y="766762"/>
            <a:ext cx="9753600" cy="5324475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C2755717-39D2-97CB-1915-73E7B262785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19200" y="766762"/>
            <a:ext cx="9753600" cy="5324475"/>
          </a:xfrm>
          <a:prstGeom prst="rect">
            <a:avLst/>
          </a:prstGeom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65305825-136E-2CBD-C063-87F72283359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19200" y="766761"/>
            <a:ext cx="9753600" cy="5324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3829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E13EC-F40E-4EFB-9916-12C34A53E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2007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27ECA-274C-FBD0-7F7E-D9B4A9746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080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F272F8A5-5E22-754C-BD8D-8124DB162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75A1A5D-77F6-0769-AD53-732DB22E66C5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私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も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家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に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入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れて？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永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遠に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憑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いて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来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る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4" name="グラフィックス 13" descr="しぶき">
            <a:extLst>
              <a:ext uri="{FF2B5EF4-FFF2-40B4-BE49-F238E27FC236}">
                <a16:creationId xmlns:a16="http://schemas.microsoft.com/office/drawing/2014/main" id="{61449695-904E-734B-1D64-FBADFC01D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721A63C-D955-35C7-3CCA-5F39AEF2E1E7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鬼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が来るよ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1539</TotalTime>
  <Words>37</Words>
  <Application>Microsoft Office PowerPoint</Application>
  <PresentationFormat>ワイド画面</PresentationFormat>
  <Paragraphs>12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231</cp:revision>
  <dcterms:created xsi:type="dcterms:W3CDTF">2025-04-10T13:53:11Z</dcterms:created>
  <dcterms:modified xsi:type="dcterms:W3CDTF">2026-09-26T08:03:26Z</dcterms:modified>
</cp:coreProperties>
</file>