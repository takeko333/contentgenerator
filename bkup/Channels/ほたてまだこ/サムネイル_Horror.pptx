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60" r:id="rId2"/>
    <p:sldId id="357" r:id="rId3"/>
    <p:sldId id="359" r:id="rId4"/>
    <p:sldId id="356" r:id="rId5"/>
    <p:sldId id="354" r:id="rId6"/>
    <p:sldId id="346" r:id="rId7"/>
    <p:sldId id="343" r:id="rId8"/>
    <p:sldId id="351" r:id="rId9"/>
    <p:sldId id="344" r:id="rId10"/>
    <p:sldId id="342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57"/>
            <p14:sldId id="359"/>
          </p14:sldIdLst>
        </p14:section>
        <p14:section name="公開済み" id="{B57027CF-4506-4278-9BB0-3BC7927B9DC6}">
          <p14:sldIdLst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294" autoAdjust="0"/>
    <p:restoredTop sz="96242" autoAdjust="0"/>
  </p:normalViewPr>
  <p:slideViewPr>
    <p:cSldViewPr snapToGrid="0">
      <p:cViewPr varScale="1">
        <p:scale>
          <a:sx n="110" d="100"/>
          <a:sy n="110" d="100"/>
        </p:scale>
        <p:origin x="4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一本足の老婆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60727C9-888F-039B-C1A0-928624C30769}"/>
              </a:ext>
            </a:extLst>
          </p:cNvPr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押入れの生首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17989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会社にいる幽霊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BA3E9042-E2B4-4A28-C0EF-4372D24728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2DD0C06-2BE0-7810-1C40-54DA8DC68B53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あああ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E7761C88-877D-E32A-2420-12A15B7B9B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84DAF6-96B6-16A4-8769-4D89D6C2FAAB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CD29FDB8-6E21-6E90-C371-9763DC5F13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4993976-5596-5908-CA71-25429B3E5C3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01" t="22565" r="17801" b="11079"/>
          <a:stretch>
            <a:fillRect/>
          </a:stretch>
        </p:blipFill>
        <p:spPr>
          <a:xfrm>
            <a:off x="0" y="-1"/>
            <a:ext cx="12191998" cy="685800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7" name="グラフィックス 6" descr="しぶき">
            <a:extLst>
              <a:ext uri="{FF2B5EF4-FFF2-40B4-BE49-F238E27FC236}">
                <a16:creationId xmlns:a16="http://schemas.microsoft.com/office/drawing/2014/main" id="{2A67ED50-140A-3904-8D0F-CBBEACA226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0C995C0-025C-CAF0-6178-021E6DAC1302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619" t="21056" r="23619" b="24480"/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95ECFED5-BA1A-92A4-1CC7-E3E3DD5C02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0C9D222-14E7-2080-85CB-C8280032E8B6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25247" r="19321" b="11528"/>
          <a:stretch>
            <a:fillRect/>
          </a:stretch>
        </p:blipFill>
        <p:spPr>
          <a:xfrm>
            <a:off x="0" y="0"/>
            <a:ext cx="12191999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6DD14828-8AC5-C338-2651-E6721430B5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D2C023D-CB25-62D6-D62A-CACDF01FBCDA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5" name="グラフィックス 4" descr="しぶき">
            <a:extLst>
              <a:ext uri="{FF2B5EF4-FFF2-40B4-BE49-F238E27FC236}">
                <a16:creationId xmlns:a16="http://schemas.microsoft.com/office/drawing/2014/main" id="{F272F8A5-5E22-754C-BD8D-8124DB162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75A1A5D-77F6-0769-AD53-732DB22E66C5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憑いて来る女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4" name="グラフィックス 13" descr="しぶき">
            <a:extLst>
              <a:ext uri="{FF2B5EF4-FFF2-40B4-BE49-F238E27FC236}">
                <a16:creationId xmlns:a16="http://schemas.microsoft.com/office/drawing/2014/main" id="{61449695-904E-734B-1D64-FBADFC01D3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721A63C-D955-35C7-3CCA-5F39AEF2E1E7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EA8A9694-8390-0889-B0AC-F66F96D192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2499C97-809E-0F7F-CF43-10851A974554}"/>
              </a:ext>
            </a:extLst>
          </p:cNvPr>
          <p:cNvSpPr/>
          <p:nvPr/>
        </p:nvSpPr>
        <p:spPr>
          <a:xfrm>
            <a:off x="301477" y="509292"/>
            <a:ext cx="3582548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短編怪談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F64AF55-5A68-15F3-0782-71BDBE50CBE3}"/>
              </a:ext>
            </a:extLst>
          </p:cNvPr>
          <p:cNvSpPr txBox="1"/>
          <p:nvPr/>
        </p:nvSpPr>
        <p:spPr>
          <a:xfrm>
            <a:off x="-163902" y="24585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1947</TotalTime>
  <Words>94</Words>
  <Application>Microsoft Office PowerPoint</Application>
  <PresentationFormat>ワイド画面</PresentationFormat>
  <Paragraphs>32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313</cp:revision>
  <dcterms:created xsi:type="dcterms:W3CDTF">2025-04-10T13:53:11Z</dcterms:created>
  <dcterms:modified xsi:type="dcterms:W3CDTF">2026-10-05T11:31:01Z</dcterms:modified>
</cp:coreProperties>
</file>