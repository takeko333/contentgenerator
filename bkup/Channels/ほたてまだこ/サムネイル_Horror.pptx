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45" r:id="rId2"/>
    <p:sldId id="346" r:id="rId3"/>
    <p:sldId id="343" r:id="rId4"/>
    <p:sldId id="344" r:id="rId5"/>
    <p:sldId id="342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302" autoAdjust="0"/>
    <p:restoredTop sz="96242" autoAdjust="0"/>
  </p:normalViewPr>
  <p:slideViewPr>
    <p:cSldViewPr snapToGrid="0">
      <p:cViewPr>
        <p:scale>
          <a:sx n="50" d="100"/>
          <a:sy n="50" d="100"/>
        </p:scale>
        <p:origin x="964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772EBA85-9739-F8FD-9601-79D68C965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45" t="8602" r="9845" b="8602"/>
          <a:stretch>
            <a:fillRect/>
          </a:stretch>
        </p:blipFill>
        <p:spPr>
          <a:xfrm>
            <a:off x="-1" y="-3"/>
            <a:ext cx="12191999" cy="6858003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FCC2D1-EDE3-9324-6FC5-7F082ABDF4B3}"/>
              </a:ext>
            </a:extLst>
          </p:cNvPr>
          <p:cNvSpPr>
            <a:spLocks/>
          </p:cNvSpPr>
          <p:nvPr/>
        </p:nvSpPr>
        <p:spPr>
          <a:xfrm flipH="1">
            <a:off x="301477" y="4214948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B654BC8-D714-0E92-FA6F-F4949CD4178A}"/>
              </a:ext>
            </a:extLst>
          </p:cNvPr>
          <p:cNvSpPr>
            <a:spLocks/>
          </p:cNvSpPr>
          <p:nvPr/>
        </p:nvSpPr>
        <p:spPr>
          <a:xfrm flipH="1">
            <a:off x="2092750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7CCBA864-5B37-5D23-D231-5F59C0515993}"/>
              </a:ext>
            </a:extLst>
          </p:cNvPr>
          <p:cNvSpPr>
            <a:spLocks/>
          </p:cNvSpPr>
          <p:nvPr/>
        </p:nvSpPr>
        <p:spPr>
          <a:xfrm flipH="1">
            <a:off x="3884023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873F399-1133-7AF5-B749-2BF146B25353}"/>
              </a:ext>
            </a:extLst>
          </p:cNvPr>
          <p:cNvSpPr>
            <a:spLocks/>
          </p:cNvSpPr>
          <p:nvPr/>
        </p:nvSpPr>
        <p:spPr>
          <a:xfrm flipH="1">
            <a:off x="5675296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8E9F4384-8FF4-7158-7AA5-0FA505EBCA0E}"/>
              </a:ext>
            </a:extLst>
          </p:cNvPr>
          <p:cNvSpPr>
            <a:spLocks/>
          </p:cNvSpPr>
          <p:nvPr/>
        </p:nvSpPr>
        <p:spPr>
          <a:xfrm flipH="1">
            <a:off x="7466569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D6D1074-367B-44AF-8FE5-57CFCF173B7F}"/>
              </a:ext>
            </a:extLst>
          </p:cNvPr>
          <p:cNvSpPr>
            <a:spLocks/>
          </p:cNvSpPr>
          <p:nvPr/>
        </p:nvSpPr>
        <p:spPr>
          <a:xfrm flipH="1">
            <a:off x="9257842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8FC8B0FA-0733-4A09-A4C8-B140699F33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捕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まったら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終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わり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1458</TotalTime>
  <Words>33</Words>
  <Application>Microsoft Office PowerPoint</Application>
  <PresentationFormat>ワイド画面</PresentationFormat>
  <Paragraphs>13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215</cp:revision>
  <dcterms:created xsi:type="dcterms:W3CDTF">2025-04-10T13:53:11Z</dcterms:created>
  <dcterms:modified xsi:type="dcterms:W3CDTF">2026-09-23T06:40:35Z</dcterms:modified>
</cp:coreProperties>
</file>