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360" r:id="rId2"/>
    <p:sldId id="341" r:id="rId3"/>
    <p:sldId id="361" r:id="rId4"/>
    <p:sldId id="365" r:id="rId5"/>
    <p:sldId id="364" r:id="rId6"/>
    <p:sldId id="363" r:id="rId7"/>
    <p:sldId id="362" r:id="rId8"/>
    <p:sldId id="357" r:id="rId9"/>
    <p:sldId id="359" r:id="rId10"/>
    <p:sldId id="356" r:id="rId11"/>
    <p:sldId id="354" r:id="rId12"/>
    <p:sldId id="346" r:id="rId13"/>
    <p:sldId id="343" r:id="rId14"/>
    <p:sldId id="351" r:id="rId15"/>
    <p:sldId id="344" r:id="rId16"/>
    <p:sldId id="342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>
            <p14:sldId id="341"/>
            <p14:sldId id="361"/>
          </p14:sldIdLst>
        </p14:section>
        <p14:section name="公開済み" id="{B57027CF-4506-4278-9BB0-3BC7927B9DC6}">
          <p14:sldIdLst>
            <p14:sldId id="365"/>
            <p14:sldId id="364"/>
            <p14:sldId id="363"/>
            <p14:sldId id="362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 autoAdjust="0"/>
    <p:restoredTop sz="96242" autoAdjust="0"/>
  </p:normalViewPr>
  <p:slideViewPr>
    <p:cSldViewPr snapToGrid="0">
      <p:cViewPr>
        <p:scale>
          <a:sx n="50" d="100"/>
          <a:sy n="50" d="100"/>
        </p:scale>
        <p:origin x="2868" y="1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6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7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DFC7B-7260-D5F0-E10B-9C4187868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7B1A716-4648-3C3D-D5C7-868C5744B92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</a:blip>
          <a:srcRect l="1476" t="18447" r="37283" b="18448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1DC34540-C0F1-538A-3D3B-D8D5F3CB4A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0B03341C-D60B-968E-23EE-5764FE2A91BF}"/>
              </a:ext>
            </a:extLst>
          </p:cNvPr>
          <p:cNvSpPr/>
          <p:nvPr/>
        </p:nvSpPr>
        <p:spPr>
          <a:xfrm>
            <a:off x="500323" y="513645"/>
            <a:ext cx="1060559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怖い話まとめ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ABCD97A-A0B4-145C-B698-2EF89BBE2EE0}"/>
              </a:ext>
            </a:extLst>
          </p:cNvPr>
          <p:cNvSpPr>
            <a:spLocks/>
          </p:cNvSpPr>
          <p:nvPr/>
        </p:nvSpPr>
        <p:spPr>
          <a:xfrm flipH="1">
            <a:off x="500324" y="2092747"/>
            <a:ext cx="10605598" cy="2893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垂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下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髪</a:t>
            </a:r>
            <a:endParaRPr lang="en-US" altLang="ja-JP" sz="15000" b="1" spc="-2000" dirty="0">
              <a:gradFill>
                <a:gsLst>
                  <a:gs pos="0">
                    <a:srgbClr val="FF0000"/>
                  </a:gs>
                  <a:gs pos="100000">
                    <a:srgbClr val="000000"/>
                  </a:gs>
                </a:gsLst>
                <a:lin ang="5400000" scaled="1"/>
              </a:gradFill>
              <a:effectLst>
                <a:glow rad="317500">
                  <a:schemeClr val="tx1"/>
                </a:glow>
              </a:effectLst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57CBF90E-F885-B98A-5338-133C8C5A8316}"/>
              </a:ext>
            </a:extLst>
          </p:cNvPr>
          <p:cNvSpPr>
            <a:spLocks/>
          </p:cNvSpPr>
          <p:nvPr/>
        </p:nvSpPr>
        <p:spPr>
          <a:xfrm flipH="1">
            <a:off x="500323" y="4524838"/>
            <a:ext cx="10605597" cy="181951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8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についての     </a:t>
            </a:r>
            <a:r>
              <a:rPr lang="ja-JP" altLang="en-US" sz="10000" b="1" spc="-2000" dirty="0">
                <a:solidFill>
                  <a:srgbClr val="FF0000"/>
                </a:solidFill>
                <a:effectLst>
                  <a:glow rad="317500">
                    <a:schemeClr val="tx1"/>
                  </a:glow>
                </a:effectLst>
              </a:rPr>
              <a:t>短</a:t>
            </a:r>
            <a:r>
              <a:rPr lang="ja-JP" altLang="en-US" sz="10000" b="1" spc="-2000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</a:rPr>
              <a:t>  編９話</a:t>
            </a:r>
            <a:endParaRPr lang="en-US" altLang="ja-JP" sz="10000" b="1" spc="-2000" dirty="0">
              <a:solidFill>
                <a:srgbClr val="FF0000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25926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5A7BE94A-9396-D8D4-DB44-4DA9CF8828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16" t="13728" r="14816" b="13728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-275765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トイレ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たか子</a:t>
            </a:r>
            <a:r>
              <a:rPr lang="ja-JP" altLang="en-US" sz="104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さん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9C911-843C-D604-B3D9-7863D0317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06F55F8-83E1-7C12-683A-E0422DA21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30295" t="53841" r="24909"/>
          <a:stretch>
            <a:fillRect/>
          </a:stretch>
        </p:blipFill>
        <p:spPr>
          <a:xfrm>
            <a:off x="0" y="-2"/>
            <a:ext cx="12192000" cy="6858002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0192314-7DC0-6D2E-0290-1755CBC479B3}"/>
              </a:ext>
            </a:extLst>
          </p:cNvPr>
          <p:cNvSpPr>
            <a:spLocks/>
          </p:cNvSpPr>
          <p:nvPr/>
        </p:nvSpPr>
        <p:spPr>
          <a:xfrm flipH="1">
            <a:off x="-13879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異常な水死体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213BBB0-D65E-8602-327B-61F7EFD91C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38FE815-F457-6FDC-5603-3572D935ACA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460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ADDC-0037-BF4C-0218-D12507997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B02F5C0-82FB-228D-9BE0-95A2CD9D6C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/>
                    </a14:imgEffect>
                  </a14:imgLayer>
                </a14:imgProps>
              </a:ext>
            </a:extLst>
          </a:blip>
          <a:srcRect l="19353" t="11183" r="19353" b="25659"/>
          <a:stretch>
            <a:fillRect/>
          </a:stretch>
        </p:blipFill>
        <p:spPr>
          <a:xfrm>
            <a:off x="1" y="-2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E4F5A28-465B-9A54-0788-6EFE989BFA3D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地元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の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特級呪物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6D2B552D-941B-0A92-EC61-8E763AC19B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67EE7E6-BAE9-A279-7CD8-8FC335AE2B0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33331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0AB11-8934-897C-CF45-BA9DE046F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4F74B6DE-241D-0913-5CD1-114BCF7852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24" t="17613" r="16660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11F4DD9-F6CA-2DCE-6788-DDA78DC21E04}"/>
              </a:ext>
            </a:extLst>
          </p:cNvPr>
          <p:cNvSpPr>
            <a:spLocks/>
          </p:cNvSpPr>
          <p:nvPr/>
        </p:nvSpPr>
        <p:spPr>
          <a:xfrm flipH="1">
            <a:off x="-9524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便器と話す母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D7F54FCC-76E7-EEF3-C7D7-A48F7A0B3C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480640B-1A6D-8956-9F05-202DAA91200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27963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428C2-9F43-F2E4-0CE6-7A5A55F6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04A6A83A-29C2-0F2C-AC77-C2E854D7FC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6EB93AB-407E-189C-ADDB-74F8FD9D09FC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324753B6-D059-4312-F80B-0C075C5BC3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EA65888-1B52-A5FA-E175-DFADE59F2ABE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591538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2539</TotalTime>
  <Words>159</Words>
  <Application>Microsoft Office PowerPoint</Application>
  <PresentationFormat>ワイド画面</PresentationFormat>
  <Paragraphs>44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381</cp:revision>
  <dcterms:created xsi:type="dcterms:W3CDTF">2025-04-10T13:53:11Z</dcterms:created>
  <dcterms:modified xsi:type="dcterms:W3CDTF">2026-10-25T09:27:43Z</dcterms:modified>
</cp:coreProperties>
</file>