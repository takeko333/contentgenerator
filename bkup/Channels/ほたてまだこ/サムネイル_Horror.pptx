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45" r:id="rId2"/>
    <p:sldId id="348" r:id="rId3"/>
    <p:sldId id="352" r:id="rId4"/>
    <p:sldId id="353" r:id="rId5"/>
    <p:sldId id="350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E13EC-F40E-4EFB-9916-12C34A53E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2007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967CB-9F90-8433-0E29-FD91C3CB1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57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27ECA-274C-FBD0-7F7E-D9B4A974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8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1" y="5102941"/>
            <a:ext cx="12191999" cy="17550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 あれは人間じゃない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41</Words>
  <Application>Microsoft Office PowerPoint</Application>
  <PresentationFormat>ワイド画面</PresentationFormat>
  <Paragraphs>12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248</cp:revision>
  <dcterms:created xsi:type="dcterms:W3CDTF">2025-04-10T13:53:11Z</dcterms:created>
  <dcterms:modified xsi:type="dcterms:W3CDTF">2026-09-27T12:54:19Z</dcterms:modified>
</cp:coreProperties>
</file>