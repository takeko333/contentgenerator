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360" r:id="rId2"/>
    <p:sldId id="361" r:id="rId3"/>
    <p:sldId id="362" r:id="rId4"/>
    <p:sldId id="357" r:id="rId5"/>
    <p:sldId id="359" r:id="rId6"/>
    <p:sldId id="356" r:id="rId7"/>
    <p:sldId id="354" r:id="rId8"/>
    <p:sldId id="346" r:id="rId9"/>
    <p:sldId id="343" r:id="rId10"/>
    <p:sldId id="351" r:id="rId11"/>
    <p:sldId id="344" r:id="rId12"/>
    <p:sldId id="342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メモ" id="{C4FF4105-5834-446B-9518-872F85212387}">
          <p14:sldIdLst>
            <p14:sldId id="360"/>
          </p14:sldIdLst>
        </p14:section>
        <p14:section name="作成中" id="{0603C16C-4B37-4E3F-9F8D-57405CA1E500}">
          <p14:sldIdLst/>
        </p14:section>
        <p14:section name="公開済み" id="{B57027CF-4506-4278-9BB0-3BC7927B9DC6}">
          <p14:sldIdLst>
            <p14:sldId id="361"/>
            <p14:sldId id="362"/>
            <p14:sldId id="357"/>
            <p14:sldId id="359"/>
            <p14:sldId id="356"/>
            <p14:sldId id="354"/>
            <p14:sldId id="346"/>
            <p14:sldId id="343"/>
            <p14:sldId id="351"/>
            <p14:sldId id="344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211" autoAdjust="0"/>
    <p:restoredTop sz="96242" autoAdjust="0"/>
  </p:normalViewPr>
  <p:slideViewPr>
    <p:cSldViewPr snapToGrid="0">
      <p:cViewPr varScale="1">
        <p:scale>
          <a:sx n="72" d="100"/>
          <a:sy n="72" d="100"/>
        </p:scale>
        <p:origin x="8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1CC12-D5EE-934E-43BF-44780A3EE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F3683C7-A197-85C9-1935-067070B8BB56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四つん這いの女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耳が無い子供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一本足の子供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天井に張り付く女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壁を這う女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非常階段の女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電柱女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同じ顔の集団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折れ曲がった女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関節の無い男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口裂け男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風呂場の子供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人形を抱く男</a:t>
            </a:r>
          </a:p>
        </p:txBody>
      </p:sp>
    </p:spTree>
    <p:extLst>
      <p:ext uri="{BB962C8B-B14F-4D97-AF65-F5344CB8AC3E}">
        <p14:creationId xmlns:p14="http://schemas.microsoft.com/office/powerpoint/2010/main" val="1490870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584AC-4A5B-203C-9196-E574E63CF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69721FC8-6C7B-BC2B-C52E-51C15C7F54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2517" y="-1466170"/>
            <a:ext cx="15256213" cy="832417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2014892-1771-A64E-8A6E-9999E3371708}"/>
              </a:ext>
            </a:extLst>
          </p:cNvPr>
          <p:cNvSpPr>
            <a:spLocks/>
          </p:cNvSpPr>
          <p:nvPr/>
        </p:nvSpPr>
        <p:spPr>
          <a:xfrm flipH="1">
            <a:off x="1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便器と話す母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AE986C40-593A-35B6-BB32-167B67FA3E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1114ED3-F677-51D2-D1A4-B500B3CDAC84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884341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428C2-9F43-F2E4-0CE6-7A5A55F6E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04A6A83A-29C2-0F2C-AC77-C2E854D7FC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9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l="26538" t="27966" r="26538" b="23681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6EB93AB-407E-189C-ADDB-74F8FD9D09FC}"/>
              </a:ext>
            </a:extLst>
          </p:cNvPr>
          <p:cNvSpPr>
            <a:spLocks/>
          </p:cNvSpPr>
          <p:nvPr/>
        </p:nvSpPr>
        <p:spPr>
          <a:xfrm flipH="1">
            <a:off x="1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山中の鳥居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324753B6-D059-4312-F80B-0C075C5BC3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0EA65888-1B52-A5FA-E175-DFADE59F2ABE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591538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9E31F-83AD-4ABE-AC20-2FAFD3D5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0A0C2D8-1EC9-6C4C-DFE5-1435FF9D0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7653" t="12731" r="7653"/>
          <a:stretch>
            <a:fillRect/>
          </a:stretch>
        </p:blipFill>
        <p:spPr>
          <a:xfrm>
            <a:off x="-2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F649381-A15E-1EDF-05ED-403FF01ABF6D}"/>
              </a:ext>
            </a:extLst>
          </p:cNvPr>
          <p:cNvSpPr>
            <a:spLocks/>
          </p:cNvSpPr>
          <p:nvPr/>
        </p:nvSpPr>
        <p:spPr>
          <a:xfrm flipH="1">
            <a:off x="-152399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怪異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がいる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会社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5" name="グラフィックス 14" descr="しぶき">
            <a:extLst>
              <a:ext uri="{FF2B5EF4-FFF2-40B4-BE49-F238E27FC236}">
                <a16:creationId xmlns:a16="http://schemas.microsoft.com/office/drawing/2014/main" id="{6188BCEF-EC7A-1073-2A05-5AC55AB5C4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B93C286-07C7-1883-B15E-B340305E73A7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579840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E09BE40-FEB3-CE5B-EAE1-C5AF1585AE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191" t="54609" r="34191" b="12812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F157F4A-3EDB-DDB7-4AFB-23D9D51A048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押入れの生首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5" name="グラフィックス 14" descr="しぶき">
            <a:extLst>
              <a:ext uri="{FF2B5EF4-FFF2-40B4-BE49-F238E27FC236}">
                <a16:creationId xmlns:a16="http://schemas.microsoft.com/office/drawing/2014/main" id="{08FDC752-0124-1941-D5B6-40BC95E3B3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08875B0-5944-AFAC-69CF-8BF26873D2D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45437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CA13-4090-17EB-D2E8-C5955E9EF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81F99CF-5F4D-2E18-BDD2-A93598D53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rcRect l="11097" t="9915" r="11097" b="99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58AAE43-5547-2575-B061-557343DF80ED}"/>
              </a:ext>
            </a:extLst>
          </p:cNvPr>
          <p:cNvSpPr>
            <a:spLocks/>
          </p:cNvSpPr>
          <p:nvPr/>
        </p:nvSpPr>
        <p:spPr>
          <a:xfrm flipH="1">
            <a:off x="-130634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その女を見るな</a:t>
            </a:r>
            <a:endParaRPr lang="en-US" altLang="ja-JP" sz="12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4" name="グラフィックス 3" descr="しぶき">
            <a:extLst>
              <a:ext uri="{FF2B5EF4-FFF2-40B4-BE49-F238E27FC236}">
                <a16:creationId xmlns:a16="http://schemas.microsoft.com/office/drawing/2014/main" id="{E93E3ED7-09C4-E562-9C15-1A1FC6F999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E69022A-6DC2-C952-9D76-F5A66336819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460861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AE3C-5FBE-136C-4FBF-ED746305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F1FB588-5DB4-DE65-9069-BC23F72B43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13" t="3443" r="34556" b="7225"/>
          <a:stretch>
            <a:fillRect/>
          </a:stretch>
        </p:blipFill>
        <p:spPr>
          <a:xfrm rot="5400000">
            <a:off x="2666996" y="-2667001"/>
            <a:ext cx="6858003" cy="12191997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8525C5-2E40-3B38-F055-7B70AAA8427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祖父を呪う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BF13D5CB-F1E3-5E3A-38EF-F250F4343F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1150C66-3E4E-A79E-BA26-6DF5132A875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21799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4CEDC10-9E65-11F1-68FF-1DB96F36D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23012" t="14050" r="22163" b="2935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B58746E-ED75-16F4-FC50-42D005868AF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絶叫する男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3" name="グラフィックス 2" descr="しぶき">
            <a:extLst>
              <a:ext uri="{FF2B5EF4-FFF2-40B4-BE49-F238E27FC236}">
                <a16:creationId xmlns:a16="http://schemas.microsoft.com/office/drawing/2014/main" id="{3AF3B707-7A44-53A8-C5EA-419FAD5E10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523885F-B72F-6E18-66B3-E8A24F3483AD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19321" t="13418" r="19321" b="23356"/>
          <a:stretch>
            <a:fillRect/>
          </a:stretch>
        </p:blipFill>
        <p:spPr>
          <a:xfrm>
            <a:off x="-2" y="0"/>
            <a:ext cx="12191999" cy="68580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2" y="4214949"/>
            <a:ext cx="11798711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大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きい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64F59919-1CED-B2A9-13C6-F09CF32216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2CB5209-5619-89EF-1442-AB26C9704518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深夜の来訪者</a:t>
            </a:r>
            <a:endParaRPr lang="en-US" altLang="ja-JP" sz="18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3" name="グラフィックス 2" descr="しぶき">
            <a:extLst>
              <a:ext uri="{FF2B5EF4-FFF2-40B4-BE49-F238E27FC236}">
                <a16:creationId xmlns:a16="http://schemas.microsoft.com/office/drawing/2014/main" id="{CF108978-E678-78D7-7C70-B90238DD2B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B44D574-FD49-41B6-2C4D-D1B219217BDB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追って来る女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3" name="グラフィックス 2" descr="しぶき">
            <a:extLst>
              <a:ext uri="{FF2B5EF4-FFF2-40B4-BE49-F238E27FC236}">
                <a16:creationId xmlns:a16="http://schemas.microsoft.com/office/drawing/2014/main" id="{D6868E49-3E02-567F-C8A5-D1B1B214EB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1D68D77-E3D5-F353-E880-157189709CB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黒い鬼が来る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4" name="グラフィックス 3" descr="しぶき">
            <a:extLst>
              <a:ext uri="{FF2B5EF4-FFF2-40B4-BE49-F238E27FC236}">
                <a16:creationId xmlns:a16="http://schemas.microsoft.com/office/drawing/2014/main" id="{C0ACF55E-938B-4A40-346F-A1822BA41C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C488B5-4B35-5CD0-9F78-8035C290185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2182</TotalTime>
  <Words>125</Words>
  <Application>Microsoft Office PowerPoint</Application>
  <PresentationFormat>ワイド画面</PresentationFormat>
  <Paragraphs>35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342</cp:revision>
  <dcterms:created xsi:type="dcterms:W3CDTF">2025-04-10T13:53:11Z</dcterms:created>
  <dcterms:modified xsi:type="dcterms:W3CDTF">2026-10-17T03:40:13Z</dcterms:modified>
</cp:coreProperties>
</file>