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60" r:id="rId2"/>
    <p:sldId id="361" r:id="rId3"/>
    <p:sldId id="364" r:id="rId4"/>
    <p:sldId id="363" r:id="rId5"/>
    <p:sldId id="362" r:id="rId6"/>
    <p:sldId id="357" r:id="rId7"/>
    <p:sldId id="359" r:id="rId8"/>
    <p:sldId id="356" r:id="rId9"/>
    <p:sldId id="354" r:id="rId10"/>
    <p:sldId id="346" r:id="rId11"/>
    <p:sldId id="343" r:id="rId12"/>
    <p:sldId id="351" r:id="rId13"/>
    <p:sldId id="344" r:id="rId14"/>
    <p:sldId id="342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/>
        </p14:section>
        <p14:section name="公開済み" id="{B57027CF-4506-4278-9BB0-3BC7927B9DC6}">
          <p14:sldIdLst>
            <p14:sldId id="361"/>
            <p14:sldId id="364"/>
            <p14:sldId id="363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58" autoAdjust="0"/>
    <p:restoredTop sz="96242" autoAdjust="0"/>
  </p:normalViewPr>
  <p:slideViewPr>
    <p:cSldViewPr snapToGrid="0">
      <p:cViewPr>
        <p:scale>
          <a:sx n="33" d="100"/>
          <a:sy n="33" d="100"/>
        </p:scale>
        <p:origin x="3510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FAF592D-21C9-EC1E-9319-CEB4E2F2B9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0295" t="53841" r="24909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-13879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異常な水死体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DDC-0037-BF4C-0218-D1250799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02F5C0-82FB-228D-9BE0-95A2CD9D6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9353" t="11183" r="19353" b="25659"/>
          <a:stretch>
            <a:fillRect/>
          </a:stretch>
        </p:blipFill>
        <p:spPr>
          <a:xfrm>
            <a:off x="1" y="-2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4F5A28-465B-9A54-0788-6EFE989BFA3D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地元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特級呪物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D2B552D-941B-0A92-EC61-8E763AC19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7EE7E6-BAE9-A279-7CD8-8FC335AE2B0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3333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B11-8934-897C-CF45-BA9DE04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F74B6DE-241D-0913-5CD1-114BCF7852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4" t="17613" r="1666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11F4DD9-F6CA-2DCE-6788-DDA78DC21E04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D7F54FCC-76E7-EEF3-C7D7-A48F7A0B3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480640B-1A6D-8956-9F05-202DAA91200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963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2252</TotalTime>
  <Words>140</Words>
  <Application>Microsoft Office PowerPoint</Application>
  <PresentationFormat>ワイド画面</PresentationFormat>
  <Paragraphs>39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355</cp:revision>
  <dcterms:created xsi:type="dcterms:W3CDTF">2025-04-10T13:53:11Z</dcterms:created>
  <dcterms:modified xsi:type="dcterms:W3CDTF">2026-10-17T06:49:54Z</dcterms:modified>
</cp:coreProperties>
</file>