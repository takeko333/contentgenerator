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/>
        </p14:section>
        <p14:section name="公開済み" id="{B57027CF-4506-4278-9BB0-3BC7927B9DC6}">
          <p14:sldIdLst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>
        <p:scale>
          <a:sx n="75" d="100"/>
          <a:sy n="75" d="100"/>
        </p:scale>
        <p:origin x="181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904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ブラック企業の霊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</TotalTime>
  <Words>92</Words>
  <Application>Microsoft Office PowerPoint</Application>
  <PresentationFormat>ワイド画面</PresentationFormat>
  <Paragraphs>31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323</cp:revision>
  <dcterms:created xsi:type="dcterms:W3CDTF">2025-04-10T13:53:11Z</dcterms:created>
  <dcterms:modified xsi:type="dcterms:W3CDTF">2026-10-07T10:25:18Z</dcterms:modified>
</cp:coreProperties>
</file>