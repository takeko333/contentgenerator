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342" r:id="rId2"/>
    <p:sldId id="344" r:id="rId3"/>
    <p:sldId id="343" r:id="rId4"/>
    <p:sldId id="345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302" autoAdjust="0"/>
    <p:restoredTop sz="96242" autoAdjust="0"/>
  </p:normalViewPr>
  <p:slideViewPr>
    <p:cSldViewPr snapToGrid="0">
      <p:cViewPr>
        <p:scale>
          <a:sx n="50" d="100"/>
          <a:sy n="50" d="100"/>
        </p:scale>
        <p:origin x="2436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2026/9/22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鬼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が来るよ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捕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まったら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わり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8FC8B0FA-0733-4A09-A4C8-B140699F33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私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も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家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に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入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れて？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8B163-8652-7488-518A-95640F9FA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3521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1342</TotalTime>
  <Words>19</Words>
  <Application>Microsoft Office PowerPoint</Application>
  <PresentationFormat>ワイド画面</PresentationFormat>
  <Paragraphs>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211</cp:revision>
  <dcterms:created xsi:type="dcterms:W3CDTF">2025-04-10T13:53:11Z</dcterms:created>
  <dcterms:modified xsi:type="dcterms:W3CDTF">2026-09-22T07:12:03Z</dcterms:modified>
</cp:coreProperties>
</file>