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54" r:id="rId2"/>
    <p:sldId id="353" r:id="rId3"/>
    <p:sldId id="345" r:id="rId4"/>
    <p:sldId id="346" r:id="rId5"/>
    <p:sldId id="343" r:id="rId6"/>
    <p:sldId id="351" r:id="rId7"/>
    <p:sldId id="344" r:id="rId8"/>
    <p:sldId id="342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作成中" id="{0603C16C-4B37-4E3F-9F8D-57405CA1E500}">
          <p14:sldIdLst>
            <p14:sldId id="354"/>
            <p14:sldId id="353"/>
            <p14:sldId id="345"/>
          </p14:sldIdLst>
        </p14:section>
        <p14:section name="公開済み" id="{B57027CF-4506-4278-9BB0-3BC7927B9DC6}">
          <p14:sldIdLst>
            <p14:sldId id="346"/>
            <p14:sldId id="343"/>
            <p14:sldId id="351"/>
            <p14:sldId id="344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294" autoAdjust="0"/>
    <p:restoredTop sz="96242" autoAdjust="0"/>
  </p:normalViewPr>
  <p:slideViewPr>
    <p:cSldViewPr snapToGrid="0">
      <p:cViewPr>
        <p:scale>
          <a:sx n="50" d="100"/>
          <a:sy n="50" d="100"/>
        </p:scale>
        <p:origin x="1196" y="5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6AE3C-5FBE-136C-4FBF-ED746305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5680C9CE-5378-C61D-9261-81B9CD2C25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007" t="19643" r="11007"/>
          <a:stretch>
            <a:fillRect/>
          </a:stretch>
        </p:blipFill>
        <p:spPr>
          <a:xfrm>
            <a:off x="-1" y="-2"/>
            <a:ext cx="12191999" cy="6858002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38525C5-2E40-3B38-F055-7B70AAA8427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祖父を呪う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7" name="グラフィックス 6" descr="しぶき">
            <a:extLst>
              <a:ext uri="{FF2B5EF4-FFF2-40B4-BE49-F238E27FC236}">
                <a16:creationId xmlns:a16="http://schemas.microsoft.com/office/drawing/2014/main" id="{2A67ED50-140A-3904-8D0F-CBBEACA226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0C995C0-025C-CAF0-6178-021E6DAC1302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21799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928C2-51B5-277B-EA29-72753550B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F7786E3-6266-20EF-01D4-736168383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r="36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A2A961-DB7B-AAFB-3EC1-45DF4AEB595A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失明する家系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7" name="グラフィックス 6" descr="しぶき">
            <a:extLst>
              <a:ext uri="{FF2B5EF4-FFF2-40B4-BE49-F238E27FC236}">
                <a16:creationId xmlns:a16="http://schemas.microsoft.com/office/drawing/2014/main" id="{4A31CD2B-4484-B8BF-4BC8-31438FB49A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7602B32-A113-43F3-8C0B-9349524593B2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79686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8B163-8652-7488-518A-95640F9FA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3B4D521-6A6B-4AC8-A4AF-3B3DC3B03D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860" b="450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E58AA867-9713-0B6E-47C5-94FD8474A7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2A7E823-34CC-DDCB-BA42-567EC0A58DA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67960B0-63E1-A7AC-24D2-004EC80512EA}"/>
              </a:ext>
            </a:extLst>
          </p:cNvPr>
          <p:cNvSpPr>
            <a:spLocks/>
          </p:cNvSpPr>
          <p:nvPr/>
        </p:nvSpPr>
        <p:spPr>
          <a:xfrm flipH="1">
            <a:off x="-117989" y="4214949"/>
            <a:ext cx="12192000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3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みてみてみてみて</a:t>
            </a:r>
            <a:endParaRPr lang="en-US" altLang="ja-JP" sz="13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035211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4CEDC10-9E65-11F1-68FF-1DB96F36D0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23619" t="21056" r="23619" b="24480"/>
          <a:stretch>
            <a:fillRect/>
          </a:stretch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95ECFED5-BA1A-92A4-1CC7-E3E3DD5C02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0C9D222-14E7-2080-85CB-C8280032E8B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31C214F-652A-A2F0-4712-22C2DE9D8EF0}"/>
              </a:ext>
            </a:extLst>
          </p:cNvPr>
          <p:cNvSpPr>
            <a:spLocks/>
          </p:cNvSpPr>
          <p:nvPr/>
        </p:nvSpPr>
        <p:spPr>
          <a:xfrm flipH="1">
            <a:off x="-1" y="5102941"/>
            <a:ext cx="12191999" cy="17550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2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 あれは人間じゃない</a:t>
            </a:r>
            <a:endParaRPr lang="en-US" altLang="ja-JP" sz="12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639A001-F178-BF7E-A46F-8E4C1D18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19321" t="25247" r="19321" b="11528"/>
          <a:stretch>
            <a:fillRect/>
          </a:stretch>
        </p:blipFill>
        <p:spPr>
          <a:xfrm>
            <a:off x="0" y="0"/>
            <a:ext cx="12191999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6DD14828-8AC5-C338-2651-E6721430B5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2C023D-CB25-62D6-D62A-CACDF01FBCD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2" y="4214949"/>
            <a:ext cx="11798711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頭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大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きい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子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供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BBCCB-0E3E-20D9-3840-3431F7BC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E423145-0DFA-860D-1C44-A770A9BDB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F272F8A5-5E22-754C-BD8D-8124DB162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75A1A5D-77F6-0769-AD53-732DB22E66C5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D387A5A-CD2A-A27A-61DB-AD309AB0FA58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私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も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家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に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入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れて？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42431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永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遠に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憑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いて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来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る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4" name="グラフィックス 13" descr="しぶき">
            <a:extLst>
              <a:ext uri="{FF2B5EF4-FFF2-40B4-BE49-F238E27FC236}">
                <a16:creationId xmlns:a16="http://schemas.microsoft.com/office/drawing/2014/main" id="{61449695-904E-734B-1D64-FBADFC01D3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721A63C-D955-35C7-3CCA-5F39AEF2E1E7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鬼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が来るよ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EA8A9694-8390-0889-B0AC-F66F96D19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2499C97-809E-0F7F-CF43-10851A974554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1657</TotalTime>
  <Words>51</Words>
  <Application>Microsoft Office PowerPoint</Application>
  <PresentationFormat>ワイド画面</PresentationFormat>
  <Paragraphs>16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257</cp:revision>
  <dcterms:created xsi:type="dcterms:W3CDTF">2025-04-10T13:53:11Z</dcterms:created>
  <dcterms:modified xsi:type="dcterms:W3CDTF">2026-09-28T15:01:55Z</dcterms:modified>
</cp:coreProperties>
</file>