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342" r:id="rId2"/>
    <p:sldId id="343" r:id="rId3"/>
    <p:sldId id="344" r:id="rId4"/>
    <p:sldId id="345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53" autoAdjust="0"/>
    <p:restoredTop sz="96242" autoAdjust="0"/>
  </p:normalViewPr>
  <p:slideViewPr>
    <p:cSldViewPr snapToGrid="0">
      <p:cViewPr>
        <p:scale>
          <a:sx n="66" d="100"/>
          <a:sy n="66" d="100"/>
        </p:scale>
        <p:origin x="2232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59942B-8696-43E6-9863-29C6AA159A67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5931AA-CD46-429D-BB42-1339445591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7196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7F6245-E7AA-36B0-E853-2E9E6C75BF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1455C6A-6B52-7901-93F8-CE51282CD8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9E1851B-E3E5-F717-2047-39068882D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B0214-79D3-4E95-9DDD-2C987CD5BC3E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EEA0CA3-9443-D126-71CE-D72D78002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17EDB7A-A8CB-C5AE-4A36-8B9F0A841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8580-54F4-4A63-9C50-94C548547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320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39CF27-9E95-75A7-37FB-D5D9E9280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B31B014-69E0-891E-E6A2-6C169692E4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E8CB57-1948-FC13-CD28-660C88DD7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B0214-79D3-4E95-9DDD-2C987CD5BC3E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12D7ABD-B4FA-DF98-3D19-DDA3AF31C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08C1C8A-17B4-BC66-D673-419C4D817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8580-54F4-4A63-9C50-94C548547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4598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83EB07-A945-977D-F9E4-7110CB475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187DF6F-FEC6-4A62-2ACA-44C120B576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8B51E7C-5724-F927-C56A-3830F73F1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B0214-79D3-4E95-9DDD-2C987CD5BC3E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7C5C6DD-BD24-3AAA-34CF-33623D6A4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0E7AAA6-01AF-3DA3-0F17-CF30A688D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8580-54F4-4A63-9C50-94C548547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5486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2F018E-33BA-CBD0-2DB4-D07F708F4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B12110F-4C65-920F-DAB5-4018A81B76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965975C-B4A0-E7CF-833D-BB847E0665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18EDC2E-12DF-8473-84A2-516DB949C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B0214-79D3-4E95-9DDD-2C987CD5BC3E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9F8BA7E-A371-727B-BE20-813967E7F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D78E812-2C9E-7533-9C16-B0B93E3B5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8580-54F4-4A63-9C50-94C548547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7967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777446-E4F7-3103-F01A-D95BAB580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82716AD-B15A-3D67-C64A-B1065E244D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C0D0C3D-582B-C467-1CC3-B70F87B392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2C2C460-2278-BAC7-D1CD-59AFC52D81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63FC5B2-7C45-3179-8C39-D2761A10F2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4BD5677-B6C9-B7B9-EA18-B7D4C5100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B0214-79D3-4E95-9DDD-2C987CD5BC3E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DB57240-5BA4-AE28-DBE5-293711717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DA4C7F7-51CD-ED38-DFB2-282F3E9AD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8580-54F4-4A63-9C50-94C548547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3373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A2A180-7FE0-73AE-BD0A-8D0401AB2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86AB8FF-453C-FCD6-C9A3-4DB52D05F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B0214-79D3-4E95-9DDD-2C987CD5BC3E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39B8E9A-32A5-6E6C-C069-AC92116C5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4FBB17E-AD38-626E-72AB-0EFC1D2CF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8580-54F4-4A63-9C50-94C548547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6385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BC97445-8548-96D1-668E-5571CB26F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B0214-79D3-4E95-9DDD-2C987CD5BC3E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AB4D0EA-C31F-3112-93FB-6E5A49D05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C6BA4F7-85D9-1D6E-0268-CE813773C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8580-54F4-4A63-9C50-94C548547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4267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9F72FD-CC72-0697-4DE9-91990F368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0AD6EAA-AB4D-E6E3-EA9E-BB9A99CF2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49C8B08-C61F-DC0C-0E0A-8D83B8CCE9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D3622AA-E6DE-C207-3A3B-4C4F0B32F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B0214-79D3-4E95-9DDD-2C987CD5BC3E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133BCED-0C7E-0119-60C3-B831227C9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0A6F719-50CC-F7BA-F12A-17AB92081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8580-54F4-4A63-9C50-94C548547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5688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18FB19-92ED-F308-1328-A993F3D46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ACC6E27-6BD1-46CE-FE30-1D4460CA91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44A1134-91C0-B240-7365-AEC085C52D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DC33206-A8C5-0E23-9EB3-4B48DD982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B0214-79D3-4E95-9DDD-2C987CD5BC3E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499BF5E-11E2-3C3D-98B2-512756CAD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E92DBB4-6B5A-6B65-DF14-263E09956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8580-54F4-4A63-9C50-94C548547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4990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5EEDCB-C215-0287-D931-8EDE3BA44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A8ADC4E-2650-E56B-2D0D-B01D50E67B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BA10C9D-2C73-C836-2F18-07E0A374F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B0214-79D3-4E95-9DDD-2C987CD5BC3E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42D6469-3617-A2AE-1535-116775F7A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C4C934B-F540-00F7-9843-50B8BE094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8580-54F4-4A63-9C50-94C548547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5071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779C135-E3B4-E443-052D-17B9DFBE71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D34B270-6E66-FE7C-1391-6B3382BF20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D8C028E-A58B-4981-BC52-9DBF7F1B1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B0214-79D3-4E95-9DDD-2C987CD5BC3E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C43C869-D325-62B6-D13B-2D3AB3F03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D869BF7-BC97-03EF-98B9-F3759BCE1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8580-54F4-4A63-9C50-94C548547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9982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936FCAD-71C1-80B8-1526-3C81E8831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57C749A-758F-DBD1-B3FB-5910328EDF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FF431C3-8C99-AA27-8748-571C607D54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9B0214-79D3-4E95-9DDD-2C987CD5BC3E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A4E5238-8B44-9C49-A4B8-815FEA307C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85C214F-29D2-E883-A5B4-291DFF1216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478580-54F4-4A63-9C50-94C548547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8669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41AB3BF4-4803-77BF-3A09-0A9DB3DBD1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78" r="2222" b="984"/>
          <a:stretch>
            <a:fillRect/>
          </a:stretch>
        </p:blipFill>
        <p:spPr>
          <a:xfrm>
            <a:off x="1" y="0"/>
            <a:ext cx="12192000" cy="6857999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1DA0500-44A9-D77E-0930-F7A35EEFEAD9}"/>
              </a:ext>
            </a:extLst>
          </p:cNvPr>
          <p:cNvSpPr>
            <a:spLocks/>
          </p:cNvSpPr>
          <p:nvPr/>
        </p:nvSpPr>
        <p:spPr>
          <a:xfrm flipH="1">
            <a:off x="-1" y="4214948"/>
            <a:ext cx="12191999" cy="2643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5000" b="1" spc="-2000" dirty="0">
                <a:gradFill>
                  <a:gsLst>
                    <a:gs pos="0">
                      <a:srgbClr val="FF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effectLst>
                  <a:glow rad="317500">
                    <a:schemeClr val="tx1"/>
                  </a:glow>
                </a:effectLst>
              </a:rPr>
              <a:t>黒</a:t>
            </a:r>
            <a:r>
              <a:rPr lang="ja-JP" altLang="en-US" sz="12500" b="1" spc="-2000" dirty="0">
                <a:gradFill>
                  <a:gsLst>
                    <a:gs pos="0">
                      <a:srgbClr val="FF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effectLst>
                  <a:glow rad="317500">
                    <a:schemeClr val="tx1"/>
                  </a:glow>
                </a:effectLst>
              </a:rPr>
              <a:t>い</a:t>
            </a:r>
            <a:r>
              <a:rPr lang="ja-JP" altLang="en-US" sz="15000" b="1" spc="-2000" dirty="0">
                <a:gradFill>
                  <a:gsLst>
                    <a:gs pos="0">
                      <a:srgbClr val="FF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effectLst>
                  <a:glow rad="317500">
                    <a:schemeClr val="tx1"/>
                  </a:glow>
                </a:effectLst>
              </a:rPr>
              <a:t>鬼</a:t>
            </a:r>
            <a:r>
              <a:rPr lang="ja-JP" altLang="en-US" sz="12500" b="1" spc="-2000" dirty="0">
                <a:gradFill>
                  <a:gsLst>
                    <a:gs pos="0">
                      <a:srgbClr val="FF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effectLst>
                  <a:glow rad="317500">
                    <a:schemeClr val="tx1"/>
                  </a:glow>
                </a:effectLst>
              </a:rPr>
              <a:t>が来るよ</a:t>
            </a:r>
            <a:endParaRPr lang="en-US" altLang="ja-JP" sz="15000" b="1" spc="-2000" dirty="0">
              <a:solidFill>
                <a:schemeClr val="bg1"/>
              </a:solidFill>
              <a:effectLst>
                <a:glow rad="317500">
                  <a:schemeClr val="tx1"/>
                </a:glow>
              </a:effectLst>
            </a:endParaRPr>
          </a:p>
        </p:txBody>
      </p:sp>
      <p:pic>
        <p:nvPicPr>
          <p:cNvPr id="11" name="グラフィックス 10" descr="しぶき">
            <a:extLst>
              <a:ext uri="{FF2B5EF4-FFF2-40B4-BE49-F238E27FC236}">
                <a16:creationId xmlns:a16="http://schemas.microsoft.com/office/drawing/2014/main" id="{EA8A9694-8390-0889-B0AC-F66F96D192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2"/>
            <a:ext cx="2092751" cy="2092751"/>
          </a:xfrm>
          <a:prstGeom prst="rect">
            <a:avLst/>
          </a:prstGeom>
          <a:effectLst>
            <a:glow rad="317500">
              <a:schemeClr val="bg1"/>
            </a:glow>
          </a:effectLst>
        </p:spPr>
      </p:pic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C2499C97-809E-0F7F-CF43-10851A974554}"/>
              </a:ext>
            </a:extLst>
          </p:cNvPr>
          <p:cNvSpPr/>
          <p:nvPr/>
        </p:nvSpPr>
        <p:spPr>
          <a:xfrm>
            <a:off x="301477" y="509292"/>
            <a:ext cx="3582548" cy="10654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6000" b="1" dirty="0">
                <a:solidFill>
                  <a:schemeClr val="bg1"/>
                </a:solidFill>
                <a:effectLst>
                  <a:glow rad="317500">
                    <a:schemeClr val="tx1"/>
                  </a:glow>
                </a:effectLst>
                <a:latin typeface="HGS明朝B" panose="02020800000000000000" pitchFamily="18" charset="-128"/>
                <a:ea typeface="HGS明朝B" panose="02020800000000000000" pitchFamily="18" charset="-128"/>
              </a:rPr>
              <a:t>短編怪談</a:t>
            </a:r>
            <a:endParaRPr kumimoji="1" lang="ja-JP" altLang="en-US" sz="2800" b="1" dirty="0">
              <a:solidFill>
                <a:schemeClr val="bg1"/>
              </a:solidFill>
              <a:effectLst>
                <a:glow rad="317500">
                  <a:schemeClr val="tx1"/>
                </a:glow>
              </a:effectLst>
              <a:latin typeface="HGS明朝B" panose="02020800000000000000" pitchFamily="18" charset="-128"/>
              <a:ea typeface="HGS明朝B" panose="020208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52677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AC7B8-03AC-F27D-E174-07DC4C455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5771E54B-019F-1E9E-DE10-7EE91EF73F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10" r="11746" b="61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グラフィックス 4" descr="しぶき">
            <a:extLst>
              <a:ext uri="{FF2B5EF4-FFF2-40B4-BE49-F238E27FC236}">
                <a16:creationId xmlns:a16="http://schemas.microsoft.com/office/drawing/2014/main" id="{6DD14828-8AC5-C338-2651-E6721430B5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2"/>
            <a:ext cx="2092751" cy="2092751"/>
          </a:xfrm>
          <a:prstGeom prst="rect">
            <a:avLst/>
          </a:prstGeom>
          <a:effectLst>
            <a:glow rad="317500">
              <a:schemeClr val="bg1"/>
            </a:glow>
          </a:effectLst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D2C023D-CB25-62D6-D62A-CACDF01FBCDA}"/>
              </a:ext>
            </a:extLst>
          </p:cNvPr>
          <p:cNvSpPr/>
          <p:nvPr/>
        </p:nvSpPr>
        <p:spPr>
          <a:xfrm>
            <a:off x="301477" y="509292"/>
            <a:ext cx="3582548" cy="10654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6000" b="1" dirty="0">
                <a:solidFill>
                  <a:schemeClr val="bg1"/>
                </a:solidFill>
                <a:effectLst>
                  <a:glow rad="317500">
                    <a:schemeClr val="tx1"/>
                  </a:glow>
                </a:effectLst>
                <a:latin typeface="HGS明朝B" panose="02020800000000000000" pitchFamily="18" charset="-128"/>
                <a:ea typeface="HGS明朝B" panose="02020800000000000000" pitchFamily="18" charset="-128"/>
              </a:rPr>
              <a:t>短編怪談</a:t>
            </a:r>
            <a:endParaRPr kumimoji="1" lang="ja-JP" altLang="en-US" sz="2800" b="1" dirty="0">
              <a:solidFill>
                <a:schemeClr val="bg1"/>
              </a:solidFill>
              <a:effectLst>
                <a:glow rad="317500">
                  <a:schemeClr val="tx1"/>
                </a:glow>
              </a:effectLst>
              <a:latin typeface="HGS明朝B" panose="02020800000000000000" pitchFamily="18" charset="-128"/>
              <a:ea typeface="HGS明朝B" panose="02020800000000000000" pitchFamily="18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2AB77D1-CCB0-F631-5DAF-E2AF118E73AD}"/>
              </a:ext>
            </a:extLst>
          </p:cNvPr>
          <p:cNvSpPr>
            <a:spLocks/>
          </p:cNvSpPr>
          <p:nvPr/>
        </p:nvSpPr>
        <p:spPr>
          <a:xfrm flipH="1">
            <a:off x="-1" y="4214948"/>
            <a:ext cx="12191999" cy="2643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5000" b="1" spc="-2000" dirty="0">
                <a:gradFill>
                  <a:gsLst>
                    <a:gs pos="0">
                      <a:srgbClr val="FF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effectLst>
                  <a:glow rad="317500">
                    <a:schemeClr val="tx1"/>
                  </a:glow>
                </a:effectLst>
              </a:rPr>
              <a:t>私</a:t>
            </a:r>
            <a:r>
              <a:rPr lang="ja-JP" altLang="en-US" sz="12500" b="1" spc="-2000" dirty="0">
                <a:gradFill>
                  <a:gsLst>
                    <a:gs pos="0">
                      <a:srgbClr val="FF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effectLst>
                  <a:glow rad="317500">
                    <a:schemeClr val="tx1"/>
                  </a:glow>
                </a:effectLst>
              </a:rPr>
              <a:t>も</a:t>
            </a:r>
            <a:r>
              <a:rPr lang="ja-JP" altLang="en-US" sz="15000" b="1" spc="-2000" dirty="0">
                <a:gradFill>
                  <a:gsLst>
                    <a:gs pos="0">
                      <a:srgbClr val="FF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effectLst>
                  <a:glow rad="317500">
                    <a:schemeClr val="tx1"/>
                  </a:glow>
                </a:effectLst>
              </a:rPr>
              <a:t>入</a:t>
            </a:r>
            <a:r>
              <a:rPr lang="ja-JP" altLang="en-US" sz="12500" b="1" spc="-2000" dirty="0">
                <a:gradFill>
                  <a:gsLst>
                    <a:gs pos="0">
                      <a:srgbClr val="FF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effectLst>
                  <a:glow rad="317500">
                    <a:schemeClr val="tx1"/>
                  </a:glow>
                </a:effectLst>
              </a:rPr>
              <a:t>れて</a:t>
            </a:r>
            <a:r>
              <a:rPr lang="ja-JP" altLang="en-US" sz="15000" b="1" spc="-2000" dirty="0">
                <a:gradFill>
                  <a:gsLst>
                    <a:gs pos="0">
                      <a:srgbClr val="FF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effectLst>
                  <a:glow rad="317500">
                    <a:schemeClr val="tx1"/>
                  </a:glow>
                </a:effectLst>
              </a:rPr>
              <a:t>？</a:t>
            </a:r>
            <a:endParaRPr lang="en-US" altLang="ja-JP" sz="15000" b="1" spc="-2000" dirty="0">
              <a:solidFill>
                <a:schemeClr val="bg1"/>
              </a:solidFill>
              <a:effectLst>
                <a:glow rad="317500">
                  <a:schemeClr val="tx1"/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61014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97A6A-0C76-521E-3B8B-3B40CBAB9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8605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8B163-8652-7488-518A-95640F9FA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3521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1245</TotalTime>
  <Words>13</Words>
  <Application>Microsoft Office PowerPoint</Application>
  <PresentationFormat>ワイド画面</PresentationFormat>
  <Paragraphs>4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9" baseType="lpstr">
      <vt:lpstr>HGS明朝B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正人 小竹</dc:creator>
  <cp:lastModifiedBy>正人 小竹</cp:lastModifiedBy>
  <cp:revision>204</cp:revision>
  <dcterms:created xsi:type="dcterms:W3CDTF">2025-04-10T13:53:11Z</dcterms:created>
  <dcterms:modified xsi:type="dcterms:W3CDTF">2026-09-17T14:35:58Z</dcterms:modified>
</cp:coreProperties>
</file>