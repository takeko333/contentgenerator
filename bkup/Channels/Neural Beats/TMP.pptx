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22" autoAdjust="0"/>
    <p:restoredTop sz="94660"/>
  </p:normalViewPr>
  <p:slideViewPr>
    <p:cSldViewPr snapToGrid="0">
      <p:cViewPr>
        <p:scale>
          <a:sx n="50" d="100"/>
          <a:sy n="50" d="100"/>
        </p:scale>
        <p:origin x="1124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949B58-CE93-BFB2-BBDB-AF2DDD1CF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B8879C5-BC03-0570-D034-15F35D91E9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76FEB3-A5BB-BE3B-7050-8C1C7BBA5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2D4632-F1E3-05E1-B830-9BBB2A38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E57B98-9274-522B-8770-E75A4097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0275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602358-838F-6B7B-0238-1FCA7802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CFE19A-5C27-C51B-297E-C9689BB5E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7791B3-A722-0EDB-AAD8-3FD5C309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4DE33F-1017-B559-DEEF-8F0392E08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66CD7D-F6BF-99F2-022A-810E94CA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6229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99210A-E913-4913-1F45-EAEDC653C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7BEEE6-8BA7-1052-11F6-4B91F0A85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73A5FE-3C14-0E34-3F6D-1B77357B9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B5E4E2-9EE9-0F26-46D5-C5CEC1B0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F2E850-5788-FD55-2660-97B324733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5629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3907D2-15E7-81EA-2927-39A735263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9D0EDE-371B-8F3B-DF29-5E99EF7CE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7BB695-DD90-493D-7E83-F55A0D31C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94440A3-BAC7-B3F3-7C6A-43C0ED872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CD5D144-D7FE-A07D-26C2-BB5CB0F76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33E92E-AB18-CC5C-248A-219597D27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00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665B39-8398-8882-4D7C-7EF7361D3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8C598C-36B1-FD4D-A340-77AFE7B51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2F6815-FA00-5952-9198-ADBE962B9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6871FC2-EDB9-3F0E-6008-12BAD3A237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160F6B9-628E-0AA1-9E29-4027979C68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4E7015D-C167-B557-D1BA-2352BBB18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35C71A0-2DF3-8CA8-84EE-0368B239F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D4321A8-5925-718D-CF2D-DC5056556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47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BA485F-DEFC-9F0C-B2E4-C18A7889C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F0CDA20-D758-5BD1-B50A-2846732E7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28485-6E16-7724-BE26-849E26914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DB145B5-C660-EF8A-AD51-9B074458B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444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64FDE9-CA6E-4009-8DCB-EC8201A8D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9E991E-2BE4-962D-EAEB-15A09ACB7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EC675A3-5F92-419E-8222-D2CACCAE6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5969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B7BC1F-ED0F-7DF3-830D-569E897B0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778B13-8432-8576-8BD1-351D7C007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468CFB-C9B3-379C-A05B-0217C26D9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5E7F41-778E-0614-61CE-5D4FAD965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430C5F-B004-670D-0901-FC85F3ACC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1BAE8C-0F99-657D-CFC6-822231D7E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7383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93E00F-6551-B15D-FC23-DB8C0D04F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B651754-A5AF-6A09-E753-573A5B630C3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13706D9-3144-59C3-D6D0-106D3588D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EDF8941-75DA-03C3-8749-2E7BC0CA2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96D9682-DEC7-BC4A-6D82-E9AD2BD85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244D51-B553-4F7A-CFDD-0C1C9F33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5140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51B3CE-7636-741C-9EA5-AA1CC7928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BCE8CCE-1099-866C-6BC9-8BD7D402D8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3BE250-C764-86F8-DAB9-E2C61ECAC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2CB697-8F8A-478E-DF3F-C75E3380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43F32D-5897-8E49-6D7C-0CD9755DD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082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79FA3E7-4BD7-21BC-1512-06F7131DA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58399F1-C0BC-CB5A-7BD2-22C2887C7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4D9D87-AAFE-9FD0-3CAB-A40CCA291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180DB4-2BAA-36C5-FBA2-A33907AAE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768612-E6D2-D922-F4EA-3E99313A8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7337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030F3A7-3AC7-D7A4-BB86-B3E5B943F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987AA6-8903-6E40-2E03-A6B8C4103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AAE13D-25EB-8DB1-856F-736E19B6C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A27A93-A3EA-407B-B9A7-8DCE39923709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CFC1567-5819-98C7-1881-29C1769D2C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3A4A44-F65E-D7BE-761B-3B1FEE6F5E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969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A53EDF0-4492-2DE8-64C4-F1BA02233B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3" r="18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39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10</cp:revision>
  <dcterms:created xsi:type="dcterms:W3CDTF">2026-10-12T08:00:30Z</dcterms:created>
  <dcterms:modified xsi:type="dcterms:W3CDTF">2026-10-20T12:51:29Z</dcterms:modified>
</cp:coreProperties>
</file>