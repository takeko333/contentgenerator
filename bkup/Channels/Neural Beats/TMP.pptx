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22" autoAdjust="0"/>
    <p:restoredTop sz="94660"/>
  </p:normalViewPr>
  <p:slideViewPr>
    <p:cSldViewPr snapToGrid="0">
      <p:cViewPr>
        <p:scale>
          <a:sx n="33" d="100"/>
          <a:sy n="33" d="100"/>
        </p:scale>
        <p:origin x="1792" y="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949B58-CE93-BFB2-BBDB-AF2DDD1CF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B8879C5-BC03-0570-D034-15F35D91E9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76FEB3-A5BB-BE3B-7050-8C1C7BBA5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27A93-A3EA-407B-B9A7-8DCE39923709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12D4632-F1E3-05E1-B830-9BBB2A38A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6E57B98-9274-522B-8770-E75A4097E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13339-B37A-4DE8-89BD-1885F5C5CE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0275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602358-838F-6B7B-0238-1FCA78025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5CFE19A-5C27-C51B-297E-C9689BB5E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47791B3-A722-0EDB-AAD8-3FD5C309A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27A93-A3EA-407B-B9A7-8DCE39923709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04DE33F-1017-B559-DEEF-8F0392E08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A66CD7D-F6BF-99F2-022A-810E94CAE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13339-B37A-4DE8-89BD-1885F5C5CE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6229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99210A-E913-4913-1F45-EAEDC653C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D7BEEE6-8BA7-1052-11F6-4B91F0A85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473A5FE-3C14-0E34-3F6D-1B77357B9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27A93-A3EA-407B-B9A7-8DCE39923709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3B5E4E2-9EE9-0F26-46D5-C5CEC1B0A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8F2E850-5788-FD55-2660-97B324733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13339-B37A-4DE8-89BD-1885F5C5CE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5629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3907D2-15E7-81EA-2927-39A735263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69D0EDE-371B-8F3B-DF29-5E99EF7CEC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C7BB695-DD90-493D-7E83-F55A0D31C0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94440A3-BAC7-B3F3-7C6A-43C0ED872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27A93-A3EA-407B-B9A7-8DCE39923709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CD5D144-D7FE-A07D-26C2-BB5CB0F76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633E92E-AB18-CC5C-248A-219597D27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13339-B37A-4DE8-89BD-1885F5C5CE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0004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665B39-8398-8882-4D7C-7EF7361D3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98C598C-36B1-FD4D-A340-77AFE7B516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62F6815-FA00-5952-9198-ADBE962B96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6871FC2-EDB9-3F0E-6008-12BAD3A237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160F6B9-628E-0AA1-9E29-4027979C68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4E7015D-C167-B557-D1BA-2352BBB18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27A93-A3EA-407B-B9A7-8DCE39923709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35C71A0-2DF3-8CA8-84EE-0368B239F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D4321A8-5925-718D-CF2D-DC5056556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13339-B37A-4DE8-89BD-1885F5C5CE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0479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BA485F-DEFC-9F0C-B2E4-C18A7889C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F0CDA20-D758-5BD1-B50A-2846732E7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27A93-A3EA-407B-B9A7-8DCE39923709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9128485-6E16-7724-BE26-849E26914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DB145B5-C660-EF8A-AD51-9B074458B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13339-B37A-4DE8-89BD-1885F5C5CE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6444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D64FDE9-CA6E-4009-8DCB-EC8201A8D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27A93-A3EA-407B-B9A7-8DCE39923709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99E991E-2BE4-962D-EAEB-15A09ACB7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EC675A3-5F92-419E-8222-D2CACCAE6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13339-B37A-4DE8-89BD-1885F5C5CE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5969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B7BC1F-ED0F-7DF3-830D-569E897B0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2778B13-8432-8576-8BD1-351D7C007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9468CFB-C9B3-379C-A05B-0217C26D94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D5E7F41-778E-0614-61CE-5D4FAD965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27A93-A3EA-407B-B9A7-8DCE39923709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B430C5F-B004-670D-0901-FC85F3ACC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31BAE8C-0F99-657D-CFC6-822231D7E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13339-B37A-4DE8-89BD-1885F5C5CE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7383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93E00F-6551-B15D-FC23-DB8C0D04F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B651754-A5AF-6A09-E753-573A5B630C3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13706D9-3144-59C3-D6D0-106D3588DF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EDF8941-75DA-03C3-8749-2E7BC0CA2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27A93-A3EA-407B-B9A7-8DCE39923709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96D9682-DEC7-BC4A-6D82-E9AD2BD85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0244D51-B553-4F7A-CFDD-0C1C9F33A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13339-B37A-4DE8-89BD-1885F5C5CE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5140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51B3CE-7636-741C-9EA5-AA1CC7928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BCE8CCE-1099-866C-6BC9-8BD7D402D8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63BE250-C764-86F8-DAB9-E2C61ECAC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27A93-A3EA-407B-B9A7-8DCE39923709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02CB697-8F8A-478E-DF3F-C75E3380F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943F32D-5897-8E49-6D7C-0CD9755DD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13339-B37A-4DE8-89BD-1885F5C5CE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1082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79FA3E7-4BD7-21BC-1512-06F7131DA9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58399F1-C0BC-CB5A-7BD2-22C2887C79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04D9D87-AAFE-9FD0-3CAB-A40CCA291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27A93-A3EA-407B-B9A7-8DCE39923709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3180DB4-2BAA-36C5-FBA2-A33907AAE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7768612-E6D2-D922-F4EA-3E99313A8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13339-B37A-4DE8-89BD-1885F5C5CE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7337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030F3A7-3AC7-D7A4-BB86-B3E5B943F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7987AA6-8903-6E40-2E03-A6B8C41039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3AAE13D-25EB-8DB1-856F-736E19B6C0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A27A93-A3EA-407B-B9A7-8DCE39923709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CFC1567-5819-98C7-1881-29C1769D2C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83A4A44-F65E-D7BE-761B-3B1FEE6F5E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313339-B37A-4DE8-89BD-1885F5C5CE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5969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C8DE2304-33A5-6A2E-2272-E639B6356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24075" y="-561372"/>
            <a:ext cx="14240149" cy="798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39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正人 小竹</dc:creator>
  <cp:lastModifiedBy>正人 小竹</cp:lastModifiedBy>
  <cp:revision>9</cp:revision>
  <dcterms:created xsi:type="dcterms:W3CDTF">2026-10-12T08:00:30Z</dcterms:created>
  <dcterms:modified xsi:type="dcterms:W3CDTF">2026-10-19T13:49:18Z</dcterms:modified>
</cp:coreProperties>
</file>